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83" r:id="rId2"/>
    <p:sldId id="257" r:id="rId3"/>
    <p:sldId id="258" r:id="rId4"/>
    <p:sldId id="293" r:id="rId5"/>
    <p:sldId id="259" r:id="rId6"/>
    <p:sldId id="287" r:id="rId7"/>
    <p:sldId id="260" r:id="rId8"/>
    <p:sldId id="295" r:id="rId9"/>
    <p:sldId id="296" r:id="rId10"/>
    <p:sldId id="265" r:id="rId11"/>
    <p:sldId id="264" r:id="rId12"/>
    <p:sldId id="266" r:id="rId13"/>
    <p:sldId id="288"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91"/>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6" name="Rectangle 5"/>
          <p:cNvSpPr/>
          <p:nvPr/>
        </p:nvSpPr>
        <p:spPr bwMode="auto">
          <a:xfrm>
            <a:off x="1" y="0"/>
            <a:ext cx="9143999" cy="6858000"/>
          </a:xfrm>
          <a:prstGeom prst="rect">
            <a:avLst/>
          </a:prstGeom>
          <a:solidFill>
            <a:srgbClr val="005094"/>
          </a:solidFill>
          <a:ln w="19050" algn="ctr">
            <a:noFill/>
            <a:miter lim="800000"/>
            <a:headEnd/>
            <a:tailEnd/>
          </a:ln>
        </p:spPr>
        <p:txBody>
          <a:bodyPr wrap="none" rtlCol="0" anchor="ctr"/>
          <a:lstStyle/>
          <a:p>
            <a:pPr algn="ctr">
              <a:lnSpc>
                <a:spcPct val="90000"/>
              </a:lnSpc>
            </a:pPr>
            <a:endParaRPr lang="en-US" sz="1600" b="1" dirty="0" err="1">
              <a:solidFill>
                <a:schemeClr val="bg1"/>
              </a:solidFill>
              <a:latin typeface="+mj-lt"/>
            </a:endParaRPr>
          </a:p>
        </p:txBody>
      </p:sp>
      <p:sp>
        <p:nvSpPr>
          <p:cNvPr id="35" name="Title 34"/>
          <p:cNvSpPr>
            <a:spLocks noGrp="1"/>
          </p:cNvSpPr>
          <p:nvPr>
            <p:ph type="title" hasCustomPrompt="1"/>
          </p:nvPr>
        </p:nvSpPr>
        <p:spPr>
          <a:xfrm>
            <a:off x="1039439" y="3079582"/>
            <a:ext cx="7069512" cy="517065"/>
          </a:xfrm>
        </p:spPr>
        <p:txBody>
          <a:bodyPr vert="horz" wrap="square" lIns="0" tIns="0" rIns="0" bIns="45720" rtlCol="0" anchor="b">
            <a:sp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400" b="0" i="0" u="none" strike="noStrike" kern="1200" cap="none" spc="0" normalizeH="0" baseline="0" noProof="0">
                <a:ln>
                  <a:noFill/>
                </a:ln>
                <a:solidFill>
                  <a:schemeClr val="bg1"/>
                </a:solidFill>
                <a:effectLst/>
                <a:uLnTx/>
                <a:uFillTx/>
                <a:latin typeface="+mj-lt"/>
                <a:ea typeface="Roboto" panose="02000000000000000000" pitchFamily="2" charset="0"/>
                <a:cs typeface="Roboto" panose="02000000000000000000" pitchFamily="2"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dirty="0"/>
              <a:t>Presentation Title Here</a:t>
            </a:r>
          </a:p>
        </p:txBody>
      </p:sp>
      <p:sp>
        <p:nvSpPr>
          <p:cNvPr id="38" name="Text Placeholder 2"/>
          <p:cNvSpPr>
            <a:spLocks noGrp="1"/>
          </p:cNvSpPr>
          <p:nvPr>
            <p:ph type="body" idx="1" hasCustomPrompt="1"/>
          </p:nvPr>
        </p:nvSpPr>
        <p:spPr>
          <a:xfrm>
            <a:off x="1039438" y="3580905"/>
            <a:ext cx="7069512" cy="507831"/>
          </a:xfrm>
        </p:spPr>
        <p:txBody>
          <a:bodyPr anchor="t" anchorCtr="0">
            <a:noAutofit/>
          </a:bodyPr>
          <a:lstStyle>
            <a:lvl1pPr marL="0" indent="0" algn="l" defTabSz="914400" rtl="0" eaLnBrk="1" latinLnBrk="0" hangingPunct="1">
              <a:lnSpc>
                <a:spcPct val="90000"/>
              </a:lnSpc>
              <a:spcBef>
                <a:spcPts val="600"/>
              </a:spcBef>
              <a:buFont typeface="Arial" pitchFamily="34" charset="0"/>
              <a:buNone/>
              <a:defRPr sz="2600" i="0" spc="0" baseline="0">
                <a:solidFill>
                  <a:schemeClr val="bg1"/>
                </a:solidFill>
                <a:latin typeface="+mj-lt"/>
                <a:ea typeface="Roboto" panose="02000000000000000000" pitchFamily="2" charset="0"/>
                <a:cs typeface="Roboto" panose="02000000000000000000" pitchFamily="2"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lnSpc>
                <a:spcPct val="75000"/>
              </a:lnSpc>
              <a:spcBef>
                <a:spcPts val="1400"/>
              </a:spcBef>
              <a:buFont typeface="Arial" pitchFamily="34" charset="0"/>
              <a:buNone/>
            </a:pPr>
            <a:r>
              <a:rPr lang="en-US" dirty="0"/>
              <a:t>Subtitle Title Here</a:t>
            </a:r>
          </a:p>
        </p:txBody>
      </p:sp>
      <p:sp>
        <p:nvSpPr>
          <p:cNvPr id="3" name="Text Placeholder 2"/>
          <p:cNvSpPr>
            <a:spLocks noGrp="1"/>
          </p:cNvSpPr>
          <p:nvPr>
            <p:ph type="body" sz="quarter" idx="10" hasCustomPrompt="1"/>
          </p:nvPr>
        </p:nvSpPr>
        <p:spPr>
          <a:xfrm>
            <a:off x="1036638" y="4415958"/>
            <a:ext cx="7072313" cy="1162668"/>
          </a:xfrm>
        </p:spPr>
        <p:txBody>
          <a:bodyPr vert="horz" wrap="square" lIns="0" tIns="0" rIns="0" bIns="45720" rtlCol="0" anchor="t" anchorCtr="0"/>
          <a:lstStyle>
            <a:lvl1pPr marL="0" indent="0">
              <a:lnSpc>
                <a:spcPct val="100000"/>
              </a:lnSpc>
              <a:spcBef>
                <a:spcPts val="0"/>
              </a:spcBef>
              <a:buFontTx/>
              <a:buNone/>
              <a:defRPr lang="en-US" sz="1800" i="0" baseline="0" dirty="0" smtClean="0">
                <a:solidFill>
                  <a:schemeClr val="bg1"/>
                </a:solidFill>
                <a:latin typeface="+mn-lt"/>
                <a:ea typeface="Roboto" panose="02000000000000000000" pitchFamily="2" charset="0"/>
                <a:cs typeface="Roboto" panose="02000000000000000000" pitchFamily="2"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a:p>
            <a:pPr marL="0" lvl="0"/>
            <a:r>
              <a:rPr lang="en-US" dirty="0"/>
              <a:t>Department Name</a:t>
            </a:r>
          </a:p>
          <a:p>
            <a:pPr marL="0" lvl="0"/>
            <a:r>
              <a:rPr lang="en-US" dirty="0"/>
              <a:t>Presentation Date</a:t>
            </a:r>
          </a:p>
        </p:txBody>
      </p:sp>
      <p:pic>
        <p:nvPicPr>
          <p:cNvPr id="4" name="Picture 3" descr="A black and white sign with white text  Description automatically generated">
            <a:extLst>
              <a:ext uri="{FF2B5EF4-FFF2-40B4-BE49-F238E27FC236}">
                <a16:creationId xmlns:a16="http://schemas.microsoft.com/office/drawing/2014/main" id="{22ECB0BC-81E2-7657-ED1B-DEB6D4FDB02C}"/>
              </a:ext>
            </a:extLst>
          </p:cNvPr>
          <p:cNvPicPr>
            <a:picLocks noChangeAspect="1"/>
          </p:cNvPicPr>
          <p:nvPr/>
        </p:nvPicPr>
        <p:blipFill>
          <a:blip r:embed="rId2"/>
          <a:stretch>
            <a:fillRect/>
          </a:stretch>
        </p:blipFill>
        <p:spPr>
          <a:xfrm>
            <a:off x="820478" y="474595"/>
            <a:ext cx="3535363" cy="1086635"/>
          </a:xfrm>
          <a:prstGeom prst="rect">
            <a:avLst/>
          </a:prstGeom>
        </p:spPr>
      </p:pic>
      <p:sp>
        <p:nvSpPr>
          <p:cNvPr id="8" name="Rectangle 7">
            <a:extLst>
              <a:ext uri="{FF2B5EF4-FFF2-40B4-BE49-F238E27FC236}">
                <a16:creationId xmlns:a16="http://schemas.microsoft.com/office/drawing/2014/main" id="{78D56BE9-ED9B-1FEE-F84B-DA5E5E0CB593}"/>
              </a:ext>
            </a:extLst>
          </p:cNvPr>
          <p:cNvSpPr>
            <a:spLocks noChangeAspect="1"/>
          </p:cNvSpPr>
          <p:nvPr/>
        </p:nvSpPr>
        <p:spPr bwMode="auto">
          <a:xfrm>
            <a:off x="4569620" y="-84667"/>
            <a:ext cx="4725076" cy="7008000"/>
          </a:xfrm>
          <a:prstGeom prst="rect">
            <a:avLst/>
          </a:prstGeom>
          <a:blipFill dpi="0" rotWithShape="1">
            <a:blip r:embed="rId3">
              <a:alphaModFix amt="17000"/>
            </a:blip>
            <a:srcRect/>
            <a:stretch>
              <a:fillRect/>
            </a:stretch>
          </a:blipFill>
          <a:ln w="19050" algn="ctr">
            <a:noFill/>
            <a:miter lim="800000"/>
            <a:headEnd/>
            <a:tailEnd/>
          </a:ln>
        </p:spPr>
        <p:txBody>
          <a:bodyPr wrap="none" rtlCol="0" anchor="ctr"/>
          <a:lstStyle/>
          <a:p>
            <a:pPr algn="ctr">
              <a:lnSpc>
                <a:spcPct val="90000"/>
              </a:lnSpc>
            </a:pPr>
            <a:endParaRPr lang="en-IN" sz="1600" b="1" dirty="0" err="1">
              <a:solidFill>
                <a:schemeClr val="bg1"/>
              </a:solidFill>
              <a:latin typeface="+mj-lt"/>
            </a:endParaRPr>
          </a:p>
        </p:txBody>
      </p:sp>
      <p:sp>
        <p:nvSpPr>
          <p:cNvPr id="9" name="Slide Number Placeholder 10">
            <a:extLst>
              <a:ext uri="{FF2B5EF4-FFF2-40B4-BE49-F238E27FC236}">
                <a16:creationId xmlns:a16="http://schemas.microsoft.com/office/drawing/2014/main" id="{F92A8D1A-8087-B713-B792-1196676E81CB}"/>
              </a:ext>
            </a:extLst>
          </p:cNvPr>
          <p:cNvSpPr>
            <a:spLocks noGrp="1"/>
          </p:cNvSpPr>
          <p:nvPr>
            <p:ph type="sldNum" sz="quarter" idx="4"/>
          </p:nvPr>
        </p:nvSpPr>
        <p:spPr>
          <a:xfrm>
            <a:off x="8466073" y="6482240"/>
            <a:ext cx="514350" cy="434741"/>
          </a:xfrm>
          <a:prstGeom prst="rect">
            <a:avLst/>
          </a:prstGeom>
        </p:spPr>
        <p:txBody>
          <a:bodyPr vert="horz" lIns="91440" tIns="45720" rIns="91440" bIns="45720" rtlCol="0" anchor="ctr"/>
          <a:lstStyle>
            <a:lvl1pPr algn="r">
              <a:defRPr sz="1200">
                <a:solidFill>
                  <a:schemeClr val="bg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575579777"/>
      </p:ext>
    </p:extLst>
  </p:cSld>
  <p:clrMapOvr>
    <a:masterClrMapping/>
  </p:clrMapOvr>
  <p:transition>
    <p:fade/>
  </p:transition>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ead Only Slid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E61E00C-A024-71C3-971F-1AFA495F9903}"/>
              </a:ext>
            </a:extLst>
          </p:cNvPr>
          <p:cNvSpPr>
            <a:spLocks noGrp="1"/>
          </p:cNvSpPr>
          <p:nvPr>
            <p:ph type="title"/>
          </p:nvPr>
        </p:nvSpPr>
        <p:spPr>
          <a:xfrm>
            <a:off x="442762" y="282957"/>
            <a:ext cx="8349916" cy="507831"/>
          </a:xfrm>
        </p:spPr>
        <p:txBody>
          <a:bodyPr anchor="ctr"/>
          <a:lstStyle>
            <a:lvl1pPr algn="l">
              <a:lnSpc>
                <a:spcPct val="100000"/>
              </a:lnSpc>
              <a:defRPr>
                <a:solidFill>
                  <a:srgbClr val="005094"/>
                </a:solidFill>
              </a:defRPr>
            </a:lvl1pPr>
          </a:lstStyle>
          <a:p>
            <a:r>
              <a:rPr lang="en-US"/>
              <a:t>Click to edit Master title style</a:t>
            </a:r>
            <a:endParaRPr lang="en-US" dirty="0"/>
          </a:p>
        </p:txBody>
      </p:sp>
      <p:sp>
        <p:nvSpPr>
          <p:cNvPr id="4" name="Content Placeholder 2">
            <a:extLst>
              <a:ext uri="{FF2B5EF4-FFF2-40B4-BE49-F238E27FC236}">
                <a16:creationId xmlns:a16="http://schemas.microsoft.com/office/drawing/2014/main" id="{94699680-FAA4-1DB9-3017-2EB126F0B7B8}"/>
              </a:ext>
            </a:extLst>
          </p:cNvPr>
          <p:cNvSpPr>
            <a:spLocks noGrp="1"/>
          </p:cNvSpPr>
          <p:nvPr>
            <p:ph idx="1" hasCustomPrompt="1"/>
          </p:nvPr>
        </p:nvSpPr>
        <p:spPr>
          <a:xfrm>
            <a:off x="442762" y="1596573"/>
            <a:ext cx="8349916" cy="4550763"/>
          </a:xfrm>
        </p:spPr>
        <p:txBody>
          <a:bodyPr/>
          <a:lstStyle>
            <a:lvl1pPr marL="168275" indent="-168275">
              <a:buClr>
                <a:srgbClr val="005094"/>
              </a:buClr>
              <a:buFont typeface="Wingdings" panose="05000000000000000000" pitchFamily="2" charset="2"/>
              <a:buChar char="§"/>
              <a:defRPr lang="en-US" sz="2100" b="0" kern="1200" dirty="0">
                <a:solidFill>
                  <a:srgbClr val="525252"/>
                </a:solidFill>
                <a:latin typeface="+mn-lt"/>
                <a:ea typeface="Roboto" panose="02000000000000000000" pitchFamily="2" charset="0"/>
                <a:cs typeface="Roboto" panose="02000000000000000000" pitchFamily="2" charset="0"/>
              </a:defRPr>
            </a:lvl1pPr>
            <a:lvl2pPr marL="457200" indent="-227013">
              <a:buClr>
                <a:srgbClr val="005094"/>
              </a:buClr>
              <a:buFont typeface="Arial" panose="020B0604020202020204" pitchFamily="34" charset="0"/>
              <a:buChar char="•"/>
              <a:defRPr sz="2100"/>
            </a:lvl2pPr>
            <a:lvl3pPr marL="742950" indent="-227013">
              <a:buClr>
                <a:srgbClr val="005094"/>
              </a:buClr>
              <a:buFont typeface="Arial" panose="020B0604020202020204" pitchFamily="34" charset="0"/>
              <a:buChar char="•"/>
              <a:defRPr sz="2100"/>
            </a:lvl3pPr>
            <a:lvl4pPr marL="1028700" indent="-228600">
              <a:buClr>
                <a:srgbClr val="005094"/>
              </a:buClr>
              <a:buFont typeface="Arial" panose="020B0604020202020204" pitchFamily="34" charset="0"/>
              <a:buChar char="•"/>
              <a:defRPr sz="2100"/>
            </a:lvl4pPr>
            <a:lvl5pPr marL="1312863" indent="-227013">
              <a:buClr>
                <a:srgbClr val="005094"/>
              </a:buClr>
              <a:buFont typeface="Arial" panose="020B0604020202020204" pitchFamily="34" charset="0"/>
              <a:buChar char="•"/>
              <a:defRPr sz="2100"/>
            </a:lvl5pPr>
          </a:lstStyle>
          <a:p>
            <a:pPr lvl="0"/>
            <a:r>
              <a:rPr lang="en-US" dirty="0"/>
              <a:t>Click to edit Master text styles Arial 21 pt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ext Placeholder 5">
            <a:extLst>
              <a:ext uri="{FF2B5EF4-FFF2-40B4-BE49-F238E27FC236}">
                <a16:creationId xmlns:a16="http://schemas.microsoft.com/office/drawing/2014/main" id="{F5B61543-7882-6964-E3B2-96834DF582BF}"/>
              </a:ext>
            </a:extLst>
          </p:cNvPr>
          <p:cNvSpPr>
            <a:spLocks noGrp="1"/>
          </p:cNvSpPr>
          <p:nvPr>
            <p:ph type="body" sz="quarter" idx="12" hasCustomPrompt="1"/>
          </p:nvPr>
        </p:nvSpPr>
        <p:spPr>
          <a:xfrm>
            <a:off x="442762" y="922171"/>
            <a:ext cx="8349916" cy="521728"/>
          </a:xfrm>
        </p:spPr>
        <p:txBody>
          <a:bodyPr/>
          <a:lstStyle>
            <a:lvl1pPr marL="0" indent="0">
              <a:buNone/>
              <a:defRPr sz="2400" b="0" baseline="0">
                <a:latin typeface="+mj-lt"/>
              </a:defRPr>
            </a:lvl1pPr>
          </a:lstStyle>
          <a:p>
            <a:pPr marL="0" marR="0" lvl="0" indent="0" algn="l" defTabSz="914400" rtl="0" eaLnBrk="1" fontAlgn="auto" latinLnBrk="0" hangingPunct="1">
              <a:lnSpc>
                <a:spcPct val="100000"/>
              </a:lnSpc>
              <a:spcBef>
                <a:spcPts val="1000"/>
              </a:spcBef>
              <a:spcAft>
                <a:spcPts val="0"/>
              </a:spcAft>
              <a:buClr>
                <a:srgbClr val="005094"/>
              </a:buClr>
              <a:buSzTx/>
              <a:buFont typeface="Wingdings" panose="05000000000000000000" pitchFamily="2" charset="2"/>
              <a:buNone/>
              <a:tabLst/>
              <a:defRPr/>
            </a:pPr>
            <a:r>
              <a:rPr lang="en-US" dirty="0"/>
              <a:t>Subhead Arial 24 pt</a:t>
            </a:r>
          </a:p>
        </p:txBody>
      </p:sp>
      <p:sp>
        <p:nvSpPr>
          <p:cNvPr id="8" name="Slide Number Placeholder 7">
            <a:extLst>
              <a:ext uri="{FF2B5EF4-FFF2-40B4-BE49-F238E27FC236}">
                <a16:creationId xmlns:a16="http://schemas.microsoft.com/office/drawing/2014/main" id="{16B1CD1D-46EF-C274-B1E4-D70331800E05}"/>
              </a:ext>
            </a:extLst>
          </p:cNvPr>
          <p:cNvSpPr>
            <a:spLocks noGrp="1"/>
          </p:cNvSpPr>
          <p:nvPr>
            <p:ph type="sldNum" sz="quarter" idx="13"/>
          </p:nvPr>
        </p:nvSpPr>
        <p:spPr>
          <a:xfrm>
            <a:off x="8535503" y="6479284"/>
            <a:ext cx="514350" cy="434741"/>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4779295"/>
      </p:ext>
    </p:extLst>
  </p:cSld>
  <p:clrMapOvr>
    <a:masterClrMapping/>
  </p:clrMapOvr>
  <p:transition>
    <p:fade/>
  </p:transition>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5_Head Only Slid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9CF311B5-18DE-CC24-B154-2E2E9BBCBDF4}"/>
              </a:ext>
            </a:extLst>
          </p:cNvPr>
          <p:cNvSpPr>
            <a:spLocks noGrp="1"/>
          </p:cNvSpPr>
          <p:nvPr>
            <p:ph type="title"/>
          </p:nvPr>
        </p:nvSpPr>
        <p:spPr>
          <a:xfrm>
            <a:off x="442762" y="282957"/>
            <a:ext cx="8349916" cy="507831"/>
          </a:xfrm>
        </p:spPr>
        <p:txBody>
          <a:bodyPr anchor="ctr"/>
          <a:lstStyle>
            <a:lvl1pPr algn="l">
              <a:lnSpc>
                <a:spcPct val="100000"/>
              </a:lnSpc>
              <a:defRPr>
                <a:solidFill>
                  <a:srgbClr val="005094"/>
                </a:solidFill>
              </a:defRPr>
            </a:lvl1pPr>
          </a:lstStyle>
          <a:p>
            <a:r>
              <a:rPr lang="en-US"/>
              <a:t>Click to edit Master title style</a:t>
            </a:r>
            <a:endParaRPr lang="en-US" dirty="0"/>
          </a:p>
        </p:txBody>
      </p:sp>
      <p:sp>
        <p:nvSpPr>
          <p:cNvPr id="6" name="Content Placeholder 2">
            <a:extLst>
              <a:ext uri="{FF2B5EF4-FFF2-40B4-BE49-F238E27FC236}">
                <a16:creationId xmlns:a16="http://schemas.microsoft.com/office/drawing/2014/main" id="{A80FBAE2-C3C6-48CA-66CF-D7F40E6E5DF1}"/>
              </a:ext>
            </a:extLst>
          </p:cNvPr>
          <p:cNvSpPr>
            <a:spLocks noGrp="1"/>
          </p:cNvSpPr>
          <p:nvPr>
            <p:ph idx="1" hasCustomPrompt="1"/>
          </p:nvPr>
        </p:nvSpPr>
        <p:spPr>
          <a:xfrm>
            <a:off x="442762" y="1596573"/>
            <a:ext cx="8349916" cy="4550763"/>
          </a:xfrm>
        </p:spPr>
        <p:txBody>
          <a:bodyPr/>
          <a:lstStyle>
            <a:lvl1pPr marL="168275" indent="-168275">
              <a:buClr>
                <a:srgbClr val="005094"/>
              </a:buClr>
              <a:buFont typeface="Wingdings" panose="05000000000000000000" pitchFamily="2" charset="2"/>
              <a:buChar char="§"/>
              <a:defRPr lang="en-US" sz="2100" b="0" kern="1200" dirty="0">
                <a:solidFill>
                  <a:srgbClr val="525252"/>
                </a:solidFill>
                <a:latin typeface="+mn-lt"/>
                <a:ea typeface="Roboto" panose="02000000000000000000" pitchFamily="2" charset="0"/>
                <a:cs typeface="Roboto" panose="02000000000000000000" pitchFamily="2" charset="0"/>
              </a:defRPr>
            </a:lvl1pPr>
            <a:lvl2pPr marL="457200" indent="-227013">
              <a:buClr>
                <a:srgbClr val="005094"/>
              </a:buClr>
              <a:buFont typeface="Arial" panose="020B0604020202020204" pitchFamily="34" charset="0"/>
              <a:buChar char="•"/>
              <a:defRPr sz="2100"/>
            </a:lvl2pPr>
            <a:lvl3pPr marL="742950" indent="-227013">
              <a:buClr>
                <a:srgbClr val="005094"/>
              </a:buClr>
              <a:buFont typeface="Arial" panose="020B0604020202020204" pitchFamily="34" charset="0"/>
              <a:buChar char="•"/>
              <a:defRPr sz="2100"/>
            </a:lvl3pPr>
            <a:lvl4pPr marL="1028700" indent="-228600">
              <a:buClr>
                <a:srgbClr val="005094"/>
              </a:buClr>
              <a:buFont typeface="Arial" panose="020B0604020202020204" pitchFamily="34" charset="0"/>
              <a:buChar char="•"/>
              <a:defRPr sz="2100"/>
            </a:lvl4pPr>
            <a:lvl5pPr marL="1312863" indent="-227013">
              <a:buClr>
                <a:srgbClr val="005094"/>
              </a:buClr>
              <a:buFont typeface="Arial" panose="020B0604020202020204" pitchFamily="34" charset="0"/>
              <a:buChar char="•"/>
              <a:defRPr sz="2100"/>
            </a:lvl5pPr>
          </a:lstStyle>
          <a:p>
            <a:pPr lvl="0"/>
            <a:r>
              <a:rPr lang="en-US" dirty="0"/>
              <a:t>Click to edit Master text styles Arial 21 pt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10">
            <a:extLst>
              <a:ext uri="{FF2B5EF4-FFF2-40B4-BE49-F238E27FC236}">
                <a16:creationId xmlns:a16="http://schemas.microsoft.com/office/drawing/2014/main" id="{280BC2AA-5EE6-7B52-BA8C-83089B779F06}"/>
              </a:ext>
            </a:extLst>
          </p:cNvPr>
          <p:cNvSpPr>
            <a:spLocks noGrp="1"/>
          </p:cNvSpPr>
          <p:nvPr>
            <p:ph type="sldNum" sz="quarter" idx="4"/>
          </p:nvPr>
        </p:nvSpPr>
        <p:spPr>
          <a:xfrm>
            <a:off x="8535503" y="6442311"/>
            <a:ext cx="514350" cy="434741"/>
          </a:xfrm>
          <a:prstGeom prst="rect">
            <a:avLst/>
          </a:prstGeom>
        </p:spPr>
        <p:txBody>
          <a:bodyPr vert="horz" lIns="91440" tIns="45720" rIns="91440" bIns="45720" rtlCol="0" anchor="ctr"/>
          <a:lstStyle>
            <a:lvl1pPr algn="r">
              <a:defRPr sz="1200">
                <a:solidFill>
                  <a:schemeClr val="bg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941028782"/>
      </p:ext>
    </p:extLst>
  </p:cSld>
  <p:clrMapOvr>
    <a:masterClrMapping/>
  </p:clrMapOvr>
  <p:transition>
    <p:fade/>
  </p:transition>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Head Only Slide">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94699680-FAA4-1DB9-3017-2EB126F0B7B8}"/>
              </a:ext>
            </a:extLst>
          </p:cNvPr>
          <p:cNvSpPr>
            <a:spLocks noGrp="1"/>
          </p:cNvSpPr>
          <p:nvPr>
            <p:ph idx="1" hasCustomPrompt="1"/>
          </p:nvPr>
        </p:nvSpPr>
        <p:spPr>
          <a:xfrm>
            <a:off x="442762" y="1524000"/>
            <a:ext cx="4129238" cy="4623335"/>
          </a:xfrm>
        </p:spPr>
        <p:txBody>
          <a:bodyPr/>
          <a:lstStyle>
            <a:lvl1pPr marL="168275" indent="-168275">
              <a:buClr>
                <a:srgbClr val="005094"/>
              </a:buClr>
              <a:buFont typeface="Wingdings" panose="05000000000000000000" pitchFamily="2" charset="2"/>
              <a:buChar char="§"/>
              <a:defRPr sz="1800"/>
            </a:lvl1pPr>
            <a:lvl2pPr marL="457200" indent="-227013">
              <a:buClr>
                <a:srgbClr val="005094"/>
              </a:buClr>
              <a:buFont typeface="Arial" panose="020B0604020202020204" pitchFamily="34" charset="0"/>
              <a:buChar char="•"/>
              <a:defRPr sz="1800"/>
            </a:lvl2pPr>
            <a:lvl3pPr marL="742950" indent="-227013">
              <a:buClr>
                <a:srgbClr val="005094"/>
              </a:buClr>
              <a:buFont typeface="Arial" panose="020B0604020202020204" pitchFamily="34" charset="0"/>
              <a:buChar char="•"/>
              <a:defRPr sz="1800"/>
            </a:lvl3pPr>
            <a:lvl4pPr marL="1028700" indent="-228600">
              <a:buClr>
                <a:srgbClr val="005094"/>
              </a:buClr>
              <a:buFont typeface="Arial" panose="020B0604020202020204" pitchFamily="34" charset="0"/>
              <a:buChar char="•"/>
              <a:defRPr sz="1800"/>
            </a:lvl4pPr>
            <a:lvl5pPr marL="1312863" indent="-227013">
              <a:buClr>
                <a:srgbClr val="005094"/>
              </a:buClr>
              <a:buFont typeface="Arial" panose="020B0604020202020204" pitchFamily="34" charset="0"/>
              <a:buChar char="•"/>
              <a:defRPr sz="1800"/>
            </a:lvl5pPr>
          </a:lstStyle>
          <a:p>
            <a:pPr lvl="0"/>
            <a:r>
              <a:rPr lang="en-US" dirty="0"/>
              <a:t>Click to edit Master text styles Arial 18 pt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Content Placeholder 2">
            <a:extLst>
              <a:ext uri="{FF2B5EF4-FFF2-40B4-BE49-F238E27FC236}">
                <a16:creationId xmlns:a16="http://schemas.microsoft.com/office/drawing/2014/main" id="{CC01E633-FAA4-F7B4-3893-A1FFB20A9C4A}"/>
              </a:ext>
            </a:extLst>
          </p:cNvPr>
          <p:cNvSpPr>
            <a:spLocks noGrp="1"/>
          </p:cNvSpPr>
          <p:nvPr>
            <p:ph idx="10" hasCustomPrompt="1"/>
          </p:nvPr>
        </p:nvSpPr>
        <p:spPr>
          <a:xfrm>
            <a:off x="4719587" y="1524000"/>
            <a:ext cx="4073090" cy="4623333"/>
          </a:xfrm>
        </p:spPr>
        <p:txBody>
          <a:bodyPr/>
          <a:lstStyle>
            <a:lvl1pPr marL="177800" indent="-177800">
              <a:buClr>
                <a:srgbClr val="005094"/>
              </a:buClr>
              <a:buFont typeface="Wingdings" panose="05000000000000000000" pitchFamily="2" charset="2"/>
              <a:buChar char="§"/>
              <a:defRPr lang="en-US" sz="1800" b="0" kern="1200" dirty="0" smtClean="0">
                <a:solidFill>
                  <a:srgbClr val="525252"/>
                </a:solidFill>
                <a:latin typeface="+mn-lt"/>
                <a:ea typeface="Roboto" panose="02000000000000000000" pitchFamily="2" charset="0"/>
                <a:cs typeface="Roboto" panose="02000000000000000000" pitchFamily="2" charset="0"/>
              </a:defRPr>
            </a:lvl1pPr>
            <a:lvl2pPr marL="457200" indent="-227013">
              <a:buClr>
                <a:srgbClr val="005094"/>
              </a:buClr>
              <a:buFont typeface="Arial" panose="020B0604020202020204" pitchFamily="34" charset="0"/>
              <a:buChar char="•"/>
              <a:defRPr sz="1800"/>
            </a:lvl2pPr>
            <a:lvl3pPr marL="742950" indent="-227013">
              <a:buClr>
                <a:srgbClr val="005094"/>
              </a:buClr>
              <a:buFont typeface="Arial" panose="020B0604020202020204" pitchFamily="34" charset="0"/>
              <a:buChar char="•"/>
              <a:defRPr sz="1800"/>
            </a:lvl3pPr>
            <a:lvl4pPr marL="1028700" indent="-228600">
              <a:buClr>
                <a:srgbClr val="005094"/>
              </a:buClr>
              <a:buFont typeface="Arial" panose="020B0604020202020204" pitchFamily="34" charset="0"/>
              <a:buChar char="•"/>
              <a:defRPr sz="1800"/>
            </a:lvl4pPr>
            <a:lvl5pPr marL="1312863" indent="-227013">
              <a:buClr>
                <a:srgbClr val="005094"/>
              </a:buClr>
              <a:buFont typeface="Arial" panose="020B0604020202020204" pitchFamily="34" charset="0"/>
              <a:buChar char="•"/>
              <a:defRPr sz="1800"/>
            </a:lvl5pPr>
          </a:lstStyle>
          <a:p>
            <a:pPr lvl="0"/>
            <a:r>
              <a:rPr lang="en-US" dirty="0"/>
              <a:t>Click to edit Master text styles Arial 18 pt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a:extLst>
              <a:ext uri="{FF2B5EF4-FFF2-40B4-BE49-F238E27FC236}">
                <a16:creationId xmlns:a16="http://schemas.microsoft.com/office/drawing/2014/main" id="{AE827E89-9151-3A74-8245-090B5BDB5693}"/>
              </a:ext>
            </a:extLst>
          </p:cNvPr>
          <p:cNvCxnSpPr>
            <a:cxnSpLocks/>
          </p:cNvCxnSpPr>
          <p:nvPr/>
        </p:nvCxnSpPr>
        <p:spPr>
          <a:xfrm>
            <a:off x="4648200" y="1524000"/>
            <a:ext cx="0" cy="4623333"/>
          </a:xfrm>
          <a:prstGeom prst="line">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7" name="Title 1">
            <a:extLst>
              <a:ext uri="{FF2B5EF4-FFF2-40B4-BE49-F238E27FC236}">
                <a16:creationId xmlns:a16="http://schemas.microsoft.com/office/drawing/2014/main" id="{3FA46726-0B7D-512C-7067-C9740C6A2759}"/>
              </a:ext>
            </a:extLst>
          </p:cNvPr>
          <p:cNvSpPr>
            <a:spLocks noGrp="1"/>
          </p:cNvSpPr>
          <p:nvPr>
            <p:ph type="title"/>
          </p:nvPr>
        </p:nvSpPr>
        <p:spPr>
          <a:xfrm>
            <a:off x="442762" y="282957"/>
            <a:ext cx="8349916" cy="507831"/>
          </a:xfrm>
        </p:spPr>
        <p:txBody>
          <a:bodyPr anchor="ctr"/>
          <a:lstStyle>
            <a:lvl1pPr algn="l">
              <a:lnSpc>
                <a:spcPct val="100000"/>
              </a:lnSpc>
              <a:defRPr>
                <a:solidFill>
                  <a:srgbClr val="005094"/>
                </a:solidFill>
              </a:defRPr>
            </a:lvl1pPr>
          </a:lstStyle>
          <a:p>
            <a:r>
              <a:rPr lang="en-US"/>
              <a:t>Click to edit Master title style</a:t>
            </a:r>
            <a:endParaRPr lang="en-US" dirty="0"/>
          </a:p>
        </p:txBody>
      </p:sp>
      <p:sp>
        <p:nvSpPr>
          <p:cNvPr id="10" name="Slide Number Placeholder 10">
            <a:extLst>
              <a:ext uri="{FF2B5EF4-FFF2-40B4-BE49-F238E27FC236}">
                <a16:creationId xmlns:a16="http://schemas.microsoft.com/office/drawing/2014/main" id="{9A92129A-0811-4A8A-836A-70F8CEA85EF9}"/>
              </a:ext>
            </a:extLst>
          </p:cNvPr>
          <p:cNvSpPr>
            <a:spLocks noGrp="1"/>
          </p:cNvSpPr>
          <p:nvPr>
            <p:ph type="sldNum" sz="quarter" idx="4"/>
          </p:nvPr>
        </p:nvSpPr>
        <p:spPr>
          <a:xfrm>
            <a:off x="8535502" y="6442311"/>
            <a:ext cx="514350" cy="434741"/>
          </a:xfrm>
          <a:prstGeom prst="rect">
            <a:avLst/>
          </a:prstGeom>
        </p:spPr>
        <p:txBody>
          <a:bodyPr vert="horz" lIns="91440" tIns="45720" rIns="91440" bIns="45720" rtlCol="0" anchor="ctr"/>
          <a:lstStyle>
            <a:lvl1pPr algn="r">
              <a:defRPr sz="1200">
                <a:solidFill>
                  <a:schemeClr val="bg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563473998"/>
      </p:ext>
    </p:extLst>
  </p:cSld>
  <p:clrMapOvr>
    <a:masterClrMapping/>
  </p:clrMapOvr>
  <p:transition>
    <p:fade/>
  </p:transition>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3_Head Only Slide">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94699680-FAA4-1DB9-3017-2EB126F0B7B8}"/>
              </a:ext>
            </a:extLst>
          </p:cNvPr>
          <p:cNvSpPr>
            <a:spLocks noGrp="1"/>
          </p:cNvSpPr>
          <p:nvPr>
            <p:ph idx="1" hasCustomPrompt="1"/>
          </p:nvPr>
        </p:nvSpPr>
        <p:spPr>
          <a:xfrm>
            <a:off x="442763" y="1642534"/>
            <a:ext cx="4073091" cy="4504801"/>
          </a:xfrm>
        </p:spPr>
        <p:txBody>
          <a:bodyPr/>
          <a:lstStyle>
            <a:lvl1pPr marL="168275" indent="-168275">
              <a:buClr>
                <a:srgbClr val="005094"/>
              </a:buClr>
              <a:buFont typeface="Wingdings" panose="05000000000000000000" pitchFamily="2" charset="2"/>
              <a:buChar char="§"/>
              <a:defRPr sz="1800"/>
            </a:lvl1pPr>
            <a:lvl2pPr marL="457200" indent="-227013">
              <a:buClr>
                <a:srgbClr val="005094"/>
              </a:buClr>
              <a:buFont typeface="Arial" panose="020B0604020202020204" pitchFamily="34" charset="0"/>
              <a:buChar char="•"/>
              <a:defRPr sz="1800"/>
            </a:lvl2pPr>
            <a:lvl3pPr marL="742950" indent="-227013">
              <a:buClr>
                <a:srgbClr val="005094"/>
              </a:buClr>
              <a:buFont typeface="Arial" panose="020B0604020202020204" pitchFamily="34" charset="0"/>
              <a:buChar char="•"/>
              <a:defRPr sz="1800"/>
            </a:lvl3pPr>
            <a:lvl4pPr marL="1028700" indent="-228600">
              <a:buClr>
                <a:srgbClr val="005094"/>
              </a:buClr>
              <a:buFont typeface="Arial" panose="020B0604020202020204" pitchFamily="34" charset="0"/>
              <a:buChar char="•"/>
              <a:defRPr sz="1800"/>
            </a:lvl4pPr>
            <a:lvl5pPr marL="1312863" indent="-227013">
              <a:buClr>
                <a:srgbClr val="005094"/>
              </a:buClr>
              <a:buFont typeface="Arial" panose="020B0604020202020204" pitchFamily="34" charset="0"/>
              <a:buChar char="•"/>
              <a:defRPr sz="1800"/>
            </a:lvl5pPr>
          </a:lstStyle>
          <a:p>
            <a:pPr lvl="0"/>
            <a:r>
              <a:rPr lang="en-US" dirty="0"/>
              <a:t>Click to edit Master text styles Arial 18 pt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Content Placeholder 2">
            <a:extLst>
              <a:ext uri="{FF2B5EF4-FFF2-40B4-BE49-F238E27FC236}">
                <a16:creationId xmlns:a16="http://schemas.microsoft.com/office/drawing/2014/main" id="{CC01E633-FAA4-F7B4-3893-A1FFB20A9C4A}"/>
              </a:ext>
            </a:extLst>
          </p:cNvPr>
          <p:cNvSpPr>
            <a:spLocks noGrp="1"/>
          </p:cNvSpPr>
          <p:nvPr>
            <p:ph idx="10" hasCustomPrompt="1"/>
          </p:nvPr>
        </p:nvSpPr>
        <p:spPr>
          <a:xfrm>
            <a:off x="4719588" y="1642533"/>
            <a:ext cx="4073091" cy="4504801"/>
          </a:xfrm>
        </p:spPr>
        <p:txBody>
          <a:bodyPr/>
          <a:lstStyle>
            <a:lvl1pPr marL="177800" indent="-177800">
              <a:buClr>
                <a:srgbClr val="005094"/>
              </a:buClr>
              <a:buFont typeface="Wingdings" panose="05000000000000000000" pitchFamily="2" charset="2"/>
              <a:buChar char="§"/>
              <a:defRPr lang="en-US" sz="1800" b="0" kern="1200" dirty="0" smtClean="0">
                <a:solidFill>
                  <a:srgbClr val="525252"/>
                </a:solidFill>
                <a:latin typeface="+mn-lt"/>
                <a:ea typeface="Roboto" panose="02000000000000000000" pitchFamily="2" charset="0"/>
                <a:cs typeface="Roboto" panose="02000000000000000000" pitchFamily="2" charset="0"/>
              </a:defRPr>
            </a:lvl1pPr>
            <a:lvl2pPr marL="457200" indent="-227013">
              <a:buClr>
                <a:srgbClr val="005094"/>
              </a:buClr>
              <a:buFont typeface="Arial" panose="020B0604020202020204" pitchFamily="34" charset="0"/>
              <a:buChar char="•"/>
              <a:defRPr sz="1800"/>
            </a:lvl2pPr>
            <a:lvl3pPr marL="742950" indent="-227013">
              <a:buClr>
                <a:srgbClr val="005094"/>
              </a:buClr>
              <a:buFont typeface="Arial" panose="020B0604020202020204" pitchFamily="34" charset="0"/>
              <a:buChar char="•"/>
              <a:defRPr sz="1800"/>
            </a:lvl3pPr>
            <a:lvl4pPr marL="1028700" indent="-228600">
              <a:buClr>
                <a:srgbClr val="005094"/>
              </a:buClr>
              <a:buFont typeface="Arial" panose="020B0604020202020204" pitchFamily="34" charset="0"/>
              <a:buChar char="•"/>
              <a:defRPr sz="1800"/>
            </a:lvl4pPr>
            <a:lvl5pPr marL="1312863" indent="-227013">
              <a:buClr>
                <a:srgbClr val="005094"/>
              </a:buClr>
              <a:buFont typeface="Arial" panose="020B0604020202020204" pitchFamily="34" charset="0"/>
              <a:buChar char="•"/>
              <a:defRPr sz="1800"/>
            </a:lvl5pPr>
          </a:lstStyle>
          <a:p>
            <a:pPr lvl="0"/>
            <a:r>
              <a:rPr lang="en-US" dirty="0"/>
              <a:t>Click to edit Master text styles Arial 18 pt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7" name="Straight Connector 6">
            <a:extLst>
              <a:ext uri="{FF2B5EF4-FFF2-40B4-BE49-F238E27FC236}">
                <a16:creationId xmlns:a16="http://schemas.microsoft.com/office/drawing/2014/main" id="{44A16F23-89BB-6D08-1419-74F0F035C8BE}"/>
              </a:ext>
            </a:extLst>
          </p:cNvPr>
          <p:cNvCxnSpPr>
            <a:cxnSpLocks/>
          </p:cNvCxnSpPr>
          <p:nvPr/>
        </p:nvCxnSpPr>
        <p:spPr>
          <a:xfrm>
            <a:off x="4615542" y="1081832"/>
            <a:ext cx="0" cy="5065501"/>
          </a:xfrm>
          <a:prstGeom prst="line">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8" name="Slide Number Placeholder 7">
            <a:extLst>
              <a:ext uri="{FF2B5EF4-FFF2-40B4-BE49-F238E27FC236}">
                <a16:creationId xmlns:a16="http://schemas.microsoft.com/office/drawing/2014/main" id="{F95CB157-652B-FD48-276D-25DEB55BE62D}"/>
              </a:ext>
            </a:extLst>
          </p:cNvPr>
          <p:cNvSpPr>
            <a:spLocks noGrp="1"/>
          </p:cNvSpPr>
          <p:nvPr>
            <p:ph type="sldNum" sz="quarter" idx="14"/>
          </p:nvPr>
        </p:nvSpPr>
        <p:spPr>
          <a:xfrm>
            <a:off x="8526793" y="6479698"/>
            <a:ext cx="514350" cy="434741"/>
          </a:xfrm>
        </p:spPr>
        <p:txBody>
          <a:bodyPr/>
          <a:lstStyle/>
          <a:p>
            <a:fld id="{C1FF6DA9-008F-8B48-92A6-B652298478BF}" type="slidenum">
              <a:rPr lang="en-US" smtClean="0"/>
              <a:t>‹#›</a:t>
            </a:fld>
            <a:endParaRPr lang="en-US"/>
          </a:p>
        </p:txBody>
      </p:sp>
      <p:sp>
        <p:nvSpPr>
          <p:cNvPr id="9" name="Title 1">
            <a:extLst>
              <a:ext uri="{FF2B5EF4-FFF2-40B4-BE49-F238E27FC236}">
                <a16:creationId xmlns:a16="http://schemas.microsoft.com/office/drawing/2014/main" id="{84624EA4-4987-93B2-9F41-13E6B95F1991}"/>
              </a:ext>
            </a:extLst>
          </p:cNvPr>
          <p:cNvSpPr>
            <a:spLocks noGrp="1"/>
          </p:cNvSpPr>
          <p:nvPr>
            <p:ph type="title"/>
          </p:nvPr>
        </p:nvSpPr>
        <p:spPr>
          <a:xfrm>
            <a:off x="442762" y="282957"/>
            <a:ext cx="8349916" cy="507831"/>
          </a:xfrm>
        </p:spPr>
        <p:txBody>
          <a:bodyPr anchor="ctr"/>
          <a:lstStyle>
            <a:lvl1pPr algn="l">
              <a:lnSpc>
                <a:spcPct val="100000"/>
              </a:lnSpc>
              <a:defRPr>
                <a:solidFill>
                  <a:srgbClr val="005094"/>
                </a:solidFill>
              </a:defRPr>
            </a:lvl1pPr>
          </a:lstStyle>
          <a:p>
            <a:r>
              <a:rPr lang="en-US"/>
              <a:t>Click to edit Master title style</a:t>
            </a:r>
            <a:endParaRPr lang="en-US" dirty="0"/>
          </a:p>
        </p:txBody>
      </p:sp>
      <p:sp>
        <p:nvSpPr>
          <p:cNvPr id="10" name="Text Placeholder 5">
            <a:extLst>
              <a:ext uri="{FF2B5EF4-FFF2-40B4-BE49-F238E27FC236}">
                <a16:creationId xmlns:a16="http://schemas.microsoft.com/office/drawing/2014/main" id="{812373A8-F430-2AB4-654C-8FAFF8BC79E3}"/>
              </a:ext>
            </a:extLst>
          </p:cNvPr>
          <p:cNvSpPr>
            <a:spLocks noGrp="1"/>
          </p:cNvSpPr>
          <p:nvPr>
            <p:ph type="body" sz="quarter" idx="15" hasCustomPrompt="1"/>
          </p:nvPr>
        </p:nvSpPr>
        <p:spPr>
          <a:xfrm>
            <a:off x="442762" y="922171"/>
            <a:ext cx="4068736" cy="521728"/>
          </a:xfrm>
        </p:spPr>
        <p:txBody>
          <a:bodyPr/>
          <a:lstStyle>
            <a:lvl1pPr marL="0" indent="0">
              <a:buNone/>
              <a:defRPr sz="2400" b="0" baseline="0">
                <a:latin typeface="+mj-lt"/>
              </a:defRPr>
            </a:lvl1pPr>
          </a:lstStyle>
          <a:p>
            <a:pPr marL="0" marR="0" lvl="0" indent="0" algn="l" defTabSz="914400" rtl="0" eaLnBrk="1" fontAlgn="auto" latinLnBrk="0" hangingPunct="1">
              <a:lnSpc>
                <a:spcPct val="100000"/>
              </a:lnSpc>
              <a:spcBef>
                <a:spcPts val="1000"/>
              </a:spcBef>
              <a:spcAft>
                <a:spcPts val="0"/>
              </a:spcAft>
              <a:buClr>
                <a:srgbClr val="005094"/>
              </a:buClr>
              <a:buSzTx/>
              <a:buFont typeface="Wingdings" panose="05000000000000000000" pitchFamily="2" charset="2"/>
              <a:buNone/>
              <a:tabLst/>
              <a:defRPr/>
            </a:pPr>
            <a:r>
              <a:rPr lang="en-US" dirty="0"/>
              <a:t>Subhead Arial 24 pt</a:t>
            </a:r>
          </a:p>
        </p:txBody>
      </p:sp>
      <p:sp>
        <p:nvSpPr>
          <p:cNvPr id="11" name="Text Placeholder 5">
            <a:extLst>
              <a:ext uri="{FF2B5EF4-FFF2-40B4-BE49-F238E27FC236}">
                <a16:creationId xmlns:a16="http://schemas.microsoft.com/office/drawing/2014/main" id="{8C3B0951-F521-1E5E-E4BC-A9A329C087CF}"/>
              </a:ext>
            </a:extLst>
          </p:cNvPr>
          <p:cNvSpPr>
            <a:spLocks noGrp="1"/>
          </p:cNvSpPr>
          <p:nvPr>
            <p:ph type="body" sz="quarter" idx="16" hasCustomPrompt="1"/>
          </p:nvPr>
        </p:nvSpPr>
        <p:spPr>
          <a:xfrm>
            <a:off x="4715232" y="922171"/>
            <a:ext cx="4068736" cy="521728"/>
          </a:xfrm>
        </p:spPr>
        <p:txBody>
          <a:bodyPr/>
          <a:lstStyle>
            <a:lvl1pPr marL="0" indent="0">
              <a:buNone/>
              <a:defRPr sz="2400" b="0" baseline="0">
                <a:latin typeface="+mj-lt"/>
              </a:defRPr>
            </a:lvl1pPr>
          </a:lstStyle>
          <a:p>
            <a:pPr marL="0" marR="0" lvl="0" indent="0" algn="l" defTabSz="914400" rtl="0" eaLnBrk="1" fontAlgn="auto" latinLnBrk="0" hangingPunct="1">
              <a:lnSpc>
                <a:spcPct val="100000"/>
              </a:lnSpc>
              <a:spcBef>
                <a:spcPts val="1000"/>
              </a:spcBef>
              <a:spcAft>
                <a:spcPts val="0"/>
              </a:spcAft>
              <a:buClr>
                <a:srgbClr val="005094"/>
              </a:buClr>
              <a:buSzTx/>
              <a:buFont typeface="Wingdings" panose="05000000000000000000" pitchFamily="2" charset="2"/>
              <a:buNone/>
              <a:tabLst/>
              <a:defRPr/>
            </a:pPr>
            <a:r>
              <a:rPr lang="en-US" dirty="0"/>
              <a:t>Subhead Arial 24 pt</a:t>
            </a:r>
          </a:p>
        </p:txBody>
      </p:sp>
    </p:spTree>
    <p:extLst>
      <p:ext uri="{BB962C8B-B14F-4D97-AF65-F5344CB8AC3E}">
        <p14:creationId xmlns:p14="http://schemas.microsoft.com/office/powerpoint/2010/main" val="3597416675"/>
      </p:ext>
    </p:extLst>
  </p:cSld>
  <p:clrMapOvr>
    <a:masterClrMapping/>
  </p:clrMapOvr>
  <p:transition>
    <p:fade/>
  </p:transition>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7_Head Only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46C6F62-ED0F-2FA7-A0A0-9AE79283E8FF}"/>
              </a:ext>
            </a:extLst>
          </p:cNvPr>
          <p:cNvSpPr/>
          <p:nvPr/>
        </p:nvSpPr>
        <p:spPr bwMode="auto">
          <a:xfrm>
            <a:off x="4719588" y="1524000"/>
            <a:ext cx="4073090" cy="4902200"/>
          </a:xfrm>
          <a:prstGeom prst="rect">
            <a:avLst/>
          </a:prstGeom>
          <a:solidFill>
            <a:schemeClr val="accent3">
              <a:lumMod val="20000"/>
              <a:lumOff val="80000"/>
            </a:schemeClr>
          </a:solidFill>
          <a:ln w="19050" algn="ctr">
            <a:noFill/>
            <a:miter lim="800000"/>
            <a:headEnd/>
            <a:tailEnd/>
          </a:ln>
        </p:spPr>
        <p:txBody>
          <a:bodyPr wrap="none" rtlCol="0" anchor="ctr"/>
          <a:lstStyle/>
          <a:p>
            <a:pPr algn="ctr">
              <a:lnSpc>
                <a:spcPct val="90000"/>
              </a:lnSpc>
            </a:pPr>
            <a:endParaRPr lang="en-IN" sz="1600" b="1" dirty="0" err="1">
              <a:solidFill>
                <a:schemeClr val="bg1"/>
              </a:solidFill>
              <a:latin typeface="+mj-lt"/>
            </a:endParaRPr>
          </a:p>
        </p:txBody>
      </p:sp>
      <p:sp>
        <p:nvSpPr>
          <p:cNvPr id="4" name="Content Placeholder 2">
            <a:extLst>
              <a:ext uri="{FF2B5EF4-FFF2-40B4-BE49-F238E27FC236}">
                <a16:creationId xmlns:a16="http://schemas.microsoft.com/office/drawing/2014/main" id="{94699680-FAA4-1DB9-3017-2EB126F0B7B8}"/>
              </a:ext>
            </a:extLst>
          </p:cNvPr>
          <p:cNvSpPr>
            <a:spLocks noGrp="1"/>
          </p:cNvSpPr>
          <p:nvPr>
            <p:ph idx="1" hasCustomPrompt="1"/>
          </p:nvPr>
        </p:nvSpPr>
        <p:spPr>
          <a:xfrm>
            <a:off x="442762" y="1524000"/>
            <a:ext cx="4129238" cy="4623335"/>
          </a:xfrm>
        </p:spPr>
        <p:txBody>
          <a:bodyPr/>
          <a:lstStyle>
            <a:lvl1pPr marL="168275" indent="-168275">
              <a:buClr>
                <a:srgbClr val="005094"/>
              </a:buClr>
              <a:buFont typeface="Wingdings" panose="05000000000000000000" pitchFamily="2" charset="2"/>
              <a:buChar char="§"/>
              <a:defRPr sz="1800"/>
            </a:lvl1pPr>
            <a:lvl2pPr marL="457200" indent="-227013">
              <a:buClr>
                <a:srgbClr val="005094"/>
              </a:buClr>
              <a:buFont typeface="Arial" panose="020B0604020202020204" pitchFamily="34" charset="0"/>
              <a:buChar char="•"/>
              <a:defRPr sz="1800"/>
            </a:lvl2pPr>
            <a:lvl3pPr marL="742950" indent="-227013">
              <a:buClr>
                <a:srgbClr val="005094"/>
              </a:buClr>
              <a:buFont typeface="Arial" panose="020B0604020202020204" pitchFamily="34" charset="0"/>
              <a:buChar char="•"/>
              <a:defRPr sz="1800"/>
            </a:lvl3pPr>
            <a:lvl4pPr marL="1028700" indent="-228600">
              <a:buClr>
                <a:srgbClr val="005094"/>
              </a:buClr>
              <a:buFont typeface="Arial" panose="020B0604020202020204" pitchFamily="34" charset="0"/>
              <a:buChar char="•"/>
              <a:defRPr sz="1800"/>
            </a:lvl4pPr>
            <a:lvl5pPr marL="1312863" indent="-227013">
              <a:buClr>
                <a:srgbClr val="005094"/>
              </a:buClr>
              <a:buFont typeface="Arial" panose="020B0604020202020204" pitchFamily="34" charset="0"/>
              <a:buChar char="•"/>
              <a:defRPr sz="1800"/>
            </a:lvl5pPr>
          </a:lstStyle>
          <a:p>
            <a:pPr lvl="0"/>
            <a:r>
              <a:rPr lang="en-US" dirty="0"/>
              <a:t>Click to edit Master text styles Arial 18 pt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Content Placeholder 2">
            <a:extLst>
              <a:ext uri="{FF2B5EF4-FFF2-40B4-BE49-F238E27FC236}">
                <a16:creationId xmlns:a16="http://schemas.microsoft.com/office/drawing/2014/main" id="{CC01E633-FAA4-F7B4-3893-A1FFB20A9C4A}"/>
              </a:ext>
            </a:extLst>
          </p:cNvPr>
          <p:cNvSpPr>
            <a:spLocks noGrp="1"/>
          </p:cNvSpPr>
          <p:nvPr>
            <p:ph idx="10" hasCustomPrompt="1"/>
          </p:nvPr>
        </p:nvSpPr>
        <p:spPr>
          <a:xfrm>
            <a:off x="4719587" y="1524000"/>
            <a:ext cx="4073090" cy="4623333"/>
          </a:xfrm>
        </p:spPr>
        <p:txBody>
          <a:bodyPr/>
          <a:lstStyle>
            <a:lvl1pPr marL="177800" indent="-177800">
              <a:buClr>
                <a:srgbClr val="005094"/>
              </a:buClr>
              <a:buFont typeface="Wingdings" panose="05000000000000000000" pitchFamily="2" charset="2"/>
              <a:buChar char="§"/>
              <a:defRPr lang="en-US" sz="1800" b="0" kern="1200" dirty="0" smtClean="0">
                <a:solidFill>
                  <a:srgbClr val="525252"/>
                </a:solidFill>
                <a:latin typeface="+mn-lt"/>
                <a:ea typeface="Roboto" panose="02000000000000000000" pitchFamily="2" charset="0"/>
                <a:cs typeface="Roboto" panose="02000000000000000000" pitchFamily="2" charset="0"/>
              </a:defRPr>
            </a:lvl1pPr>
            <a:lvl2pPr marL="457200" indent="-227013">
              <a:buClr>
                <a:srgbClr val="005094"/>
              </a:buClr>
              <a:buFont typeface="Arial" panose="020B0604020202020204" pitchFamily="34" charset="0"/>
              <a:buChar char="•"/>
              <a:defRPr sz="1800"/>
            </a:lvl2pPr>
            <a:lvl3pPr marL="742950" indent="-227013">
              <a:buClr>
                <a:srgbClr val="005094"/>
              </a:buClr>
              <a:buFont typeface="Arial" panose="020B0604020202020204" pitchFamily="34" charset="0"/>
              <a:buChar char="•"/>
              <a:defRPr sz="1800"/>
            </a:lvl3pPr>
            <a:lvl4pPr marL="1028700" indent="-228600">
              <a:buClr>
                <a:srgbClr val="005094"/>
              </a:buClr>
              <a:buFont typeface="Arial" panose="020B0604020202020204" pitchFamily="34" charset="0"/>
              <a:buChar char="•"/>
              <a:defRPr sz="1800"/>
            </a:lvl4pPr>
            <a:lvl5pPr marL="1312863" indent="-227013">
              <a:buClr>
                <a:srgbClr val="005094"/>
              </a:buClr>
              <a:buFont typeface="Arial" panose="020B0604020202020204" pitchFamily="34" charset="0"/>
              <a:buChar char="•"/>
              <a:defRPr sz="1800"/>
            </a:lvl5pPr>
          </a:lstStyle>
          <a:p>
            <a:pPr lvl="0"/>
            <a:r>
              <a:rPr lang="en-US" dirty="0"/>
              <a:t>Click to edit Master text styles Arial 18 pt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a:extLst>
              <a:ext uri="{FF2B5EF4-FFF2-40B4-BE49-F238E27FC236}">
                <a16:creationId xmlns:a16="http://schemas.microsoft.com/office/drawing/2014/main" id="{AE827E89-9151-3A74-8245-090B5BDB5693}"/>
              </a:ext>
            </a:extLst>
          </p:cNvPr>
          <p:cNvCxnSpPr>
            <a:cxnSpLocks/>
          </p:cNvCxnSpPr>
          <p:nvPr/>
        </p:nvCxnSpPr>
        <p:spPr>
          <a:xfrm>
            <a:off x="4648200" y="1524000"/>
            <a:ext cx="0" cy="4623333"/>
          </a:xfrm>
          <a:prstGeom prst="line">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7" name="Title 1">
            <a:extLst>
              <a:ext uri="{FF2B5EF4-FFF2-40B4-BE49-F238E27FC236}">
                <a16:creationId xmlns:a16="http://schemas.microsoft.com/office/drawing/2014/main" id="{3FA46726-0B7D-512C-7067-C9740C6A2759}"/>
              </a:ext>
            </a:extLst>
          </p:cNvPr>
          <p:cNvSpPr>
            <a:spLocks noGrp="1"/>
          </p:cNvSpPr>
          <p:nvPr>
            <p:ph type="title"/>
          </p:nvPr>
        </p:nvSpPr>
        <p:spPr>
          <a:xfrm>
            <a:off x="442762" y="282957"/>
            <a:ext cx="8349916" cy="507831"/>
          </a:xfrm>
        </p:spPr>
        <p:txBody>
          <a:bodyPr anchor="ctr"/>
          <a:lstStyle>
            <a:lvl1pPr algn="l">
              <a:lnSpc>
                <a:spcPct val="100000"/>
              </a:lnSpc>
              <a:defRPr>
                <a:solidFill>
                  <a:srgbClr val="005094"/>
                </a:solidFill>
              </a:defRPr>
            </a:lvl1pPr>
          </a:lstStyle>
          <a:p>
            <a:r>
              <a:rPr lang="en-US"/>
              <a:t>Click to edit Master title style</a:t>
            </a:r>
            <a:endParaRPr lang="en-US" dirty="0"/>
          </a:p>
        </p:txBody>
      </p:sp>
      <p:sp>
        <p:nvSpPr>
          <p:cNvPr id="6" name="Slide Number Placeholder 7">
            <a:extLst>
              <a:ext uri="{FF2B5EF4-FFF2-40B4-BE49-F238E27FC236}">
                <a16:creationId xmlns:a16="http://schemas.microsoft.com/office/drawing/2014/main" id="{33CB75A5-C7CB-2DB8-4C55-16FC38CE16DD}"/>
              </a:ext>
            </a:extLst>
          </p:cNvPr>
          <p:cNvSpPr>
            <a:spLocks noGrp="1"/>
          </p:cNvSpPr>
          <p:nvPr>
            <p:ph type="sldNum" sz="quarter" idx="14"/>
          </p:nvPr>
        </p:nvSpPr>
        <p:spPr>
          <a:xfrm>
            <a:off x="8535502" y="6442311"/>
            <a:ext cx="514350" cy="434741"/>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8249966"/>
      </p:ext>
    </p:extLst>
  </p:cSld>
  <p:clrMapOvr>
    <a:masterClrMapping/>
  </p:clrMapOvr>
  <p:transition>
    <p:fade/>
  </p:transition>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6_Head Only 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FF3B42D-C50E-33BB-B7E9-3C8F2C8CDE29}"/>
              </a:ext>
            </a:extLst>
          </p:cNvPr>
          <p:cNvSpPr/>
          <p:nvPr/>
        </p:nvSpPr>
        <p:spPr bwMode="auto">
          <a:xfrm>
            <a:off x="442762" y="1524000"/>
            <a:ext cx="8349917" cy="4893733"/>
          </a:xfrm>
          <a:prstGeom prst="rect">
            <a:avLst/>
          </a:prstGeom>
          <a:solidFill>
            <a:schemeClr val="accent3">
              <a:lumMod val="20000"/>
              <a:lumOff val="80000"/>
            </a:schemeClr>
          </a:solidFill>
          <a:ln w="19050" algn="ctr">
            <a:noFill/>
            <a:miter lim="800000"/>
            <a:headEnd/>
            <a:tailEnd/>
          </a:ln>
        </p:spPr>
        <p:txBody>
          <a:bodyPr wrap="none" rtlCol="0" anchor="ctr"/>
          <a:lstStyle/>
          <a:p>
            <a:pPr algn="ctr">
              <a:lnSpc>
                <a:spcPct val="90000"/>
              </a:lnSpc>
            </a:pPr>
            <a:endParaRPr lang="en-IN" sz="1600" b="1" dirty="0" err="1">
              <a:solidFill>
                <a:schemeClr val="bg1"/>
              </a:solidFill>
              <a:latin typeface="+mj-lt"/>
            </a:endParaRPr>
          </a:p>
        </p:txBody>
      </p:sp>
      <p:sp>
        <p:nvSpPr>
          <p:cNvPr id="8" name="Content Placeholder 2">
            <a:extLst>
              <a:ext uri="{FF2B5EF4-FFF2-40B4-BE49-F238E27FC236}">
                <a16:creationId xmlns:a16="http://schemas.microsoft.com/office/drawing/2014/main" id="{2F23D3D4-9F97-9AAC-983C-38984737415D}"/>
              </a:ext>
            </a:extLst>
          </p:cNvPr>
          <p:cNvSpPr>
            <a:spLocks noGrp="1"/>
          </p:cNvSpPr>
          <p:nvPr>
            <p:ph idx="10" hasCustomPrompt="1"/>
          </p:nvPr>
        </p:nvSpPr>
        <p:spPr>
          <a:xfrm>
            <a:off x="442761" y="1524000"/>
            <a:ext cx="8349916" cy="4623333"/>
          </a:xfrm>
        </p:spPr>
        <p:txBody>
          <a:bodyPr/>
          <a:lstStyle>
            <a:lvl1pPr marL="177800" indent="-177800">
              <a:buClr>
                <a:srgbClr val="005094"/>
              </a:buClr>
              <a:buFont typeface="Wingdings" panose="05000000000000000000" pitchFamily="2" charset="2"/>
              <a:buChar char="§"/>
              <a:defRPr lang="en-US" sz="1800" b="0" kern="1200" dirty="0" smtClean="0">
                <a:solidFill>
                  <a:srgbClr val="525252"/>
                </a:solidFill>
                <a:latin typeface="+mn-lt"/>
                <a:ea typeface="Roboto" panose="02000000000000000000" pitchFamily="2" charset="0"/>
                <a:cs typeface="Roboto" panose="02000000000000000000" pitchFamily="2" charset="0"/>
              </a:defRPr>
            </a:lvl1pPr>
            <a:lvl2pPr marL="457200" indent="-227013">
              <a:buClr>
                <a:srgbClr val="005094"/>
              </a:buClr>
              <a:buFont typeface="Arial" panose="020B0604020202020204" pitchFamily="34" charset="0"/>
              <a:buChar char="•"/>
              <a:defRPr sz="1800"/>
            </a:lvl2pPr>
            <a:lvl3pPr marL="742950" indent="-227013">
              <a:buClr>
                <a:srgbClr val="005094"/>
              </a:buClr>
              <a:buFont typeface="Arial" panose="020B0604020202020204" pitchFamily="34" charset="0"/>
              <a:buChar char="•"/>
              <a:defRPr sz="1800"/>
            </a:lvl3pPr>
            <a:lvl4pPr marL="1028700" indent="-228600">
              <a:buClr>
                <a:srgbClr val="005094"/>
              </a:buClr>
              <a:buFont typeface="Arial" panose="020B0604020202020204" pitchFamily="34" charset="0"/>
              <a:buChar char="•"/>
              <a:defRPr sz="1800"/>
            </a:lvl4pPr>
            <a:lvl5pPr marL="1312863" indent="-227013">
              <a:buClr>
                <a:srgbClr val="005094"/>
              </a:buClr>
              <a:buFont typeface="Arial" panose="020B0604020202020204" pitchFamily="34" charset="0"/>
              <a:buChar char="•"/>
              <a:defRPr sz="1800"/>
            </a:lvl5pPr>
          </a:lstStyle>
          <a:p>
            <a:pPr marL="0" marR="0" lvl="0" indent="0" algn="l" defTabSz="914400" rtl="0" eaLnBrk="1" fontAlgn="auto" latinLnBrk="0" hangingPunct="1">
              <a:lnSpc>
                <a:spcPct val="100000"/>
              </a:lnSpc>
              <a:spcBef>
                <a:spcPts val="1000"/>
              </a:spcBef>
              <a:spcAft>
                <a:spcPts val="0"/>
              </a:spcAft>
              <a:buClr>
                <a:srgbClr val="51237F"/>
              </a:buClr>
              <a:buSzTx/>
              <a:buFontTx/>
              <a:buNone/>
              <a:tabLst/>
              <a:defRPr/>
            </a:pPr>
            <a:r>
              <a:rPr lang="en-US" dirty="0"/>
              <a:t>Subhead Arial 21 pt</a:t>
            </a:r>
            <a:endParaRPr lang="en-IN" dirty="0"/>
          </a:p>
          <a:p>
            <a:pPr marL="0" marR="0" lvl="0" indent="0" algn="l" defTabSz="914400" rtl="0" eaLnBrk="1" fontAlgn="auto" latinLnBrk="0" hangingPunct="1">
              <a:lnSpc>
                <a:spcPct val="100000"/>
              </a:lnSpc>
              <a:spcBef>
                <a:spcPts val="1000"/>
              </a:spcBef>
              <a:spcAft>
                <a:spcPts val="0"/>
              </a:spcAft>
              <a:buClr>
                <a:srgbClr val="51237F"/>
              </a:buClr>
              <a:buSzTx/>
              <a:buFontTx/>
              <a:buNone/>
              <a:tabLst/>
              <a:defRPr/>
            </a:pPr>
            <a:endParaRPr lang="en-US" dirty="0"/>
          </a:p>
        </p:txBody>
      </p:sp>
      <p:sp>
        <p:nvSpPr>
          <p:cNvPr id="13" name="Slide Number Placeholder 4">
            <a:extLst>
              <a:ext uri="{FF2B5EF4-FFF2-40B4-BE49-F238E27FC236}">
                <a16:creationId xmlns:a16="http://schemas.microsoft.com/office/drawing/2014/main" id="{18EDF24D-2644-DA9D-EFD0-4B9BBBE3733F}"/>
              </a:ext>
            </a:extLst>
          </p:cNvPr>
          <p:cNvSpPr>
            <a:spLocks noGrp="1"/>
          </p:cNvSpPr>
          <p:nvPr>
            <p:ph type="sldNum" sz="quarter" idx="11"/>
          </p:nvPr>
        </p:nvSpPr>
        <p:spPr>
          <a:xfrm>
            <a:off x="8535502" y="6442311"/>
            <a:ext cx="514350" cy="434741"/>
          </a:xfrm>
        </p:spPr>
        <p:txBody>
          <a:bodyPr/>
          <a:lstStyle/>
          <a:p>
            <a:fld id="{C1FF6DA9-008F-8B48-92A6-B652298478BF}" type="slidenum">
              <a:rPr lang="en-US" smtClean="0"/>
              <a:t>‹#›</a:t>
            </a:fld>
            <a:endParaRPr lang="en-US"/>
          </a:p>
        </p:txBody>
      </p:sp>
      <p:sp>
        <p:nvSpPr>
          <p:cNvPr id="14" name="Title 1">
            <a:extLst>
              <a:ext uri="{FF2B5EF4-FFF2-40B4-BE49-F238E27FC236}">
                <a16:creationId xmlns:a16="http://schemas.microsoft.com/office/drawing/2014/main" id="{A300C8CE-3F16-A12B-7A24-DA8017CA8DCF}"/>
              </a:ext>
            </a:extLst>
          </p:cNvPr>
          <p:cNvSpPr>
            <a:spLocks noGrp="1"/>
          </p:cNvSpPr>
          <p:nvPr>
            <p:ph type="title"/>
          </p:nvPr>
        </p:nvSpPr>
        <p:spPr>
          <a:xfrm>
            <a:off x="442762" y="282957"/>
            <a:ext cx="8349916" cy="507831"/>
          </a:xfrm>
        </p:spPr>
        <p:txBody>
          <a:bodyPr anchor="ctr"/>
          <a:lstStyle>
            <a:lvl1pPr algn="l">
              <a:lnSpc>
                <a:spcPct val="100000"/>
              </a:lnSpc>
              <a:defRPr>
                <a:solidFill>
                  <a:srgbClr val="005094"/>
                </a:solidFill>
              </a:defRPr>
            </a:lvl1pPr>
          </a:lstStyle>
          <a:p>
            <a:r>
              <a:rPr lang="en-US"/>
              <a:t>Click to edit Master title style</a:t>
            </a:r>
            <a:endParaRPr lang="en-US" dirty="0"/>
          </a:p>
        </p:txBody>
      </p:sp>
    </p:spTree>
    <p:extLst>
      <p:ext uri="{BB962C8B-B14F-4D97-AF65-F5344CB8AC3E}">
        <p14:creationId xmlns:p14="http://schemas.microsoft.com/office/powerpoint/2010/main" val="2647678901"/>
      </p:ext>
    </p:extLst>
  </p:cSld>
  <p:clrMapOvr>
    <a:masterClrMapping/>
  </p:clrMapOvr>
  <p:transition>
    <p:fade/>
  </p:transition>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4_Head Only Slid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52B372A-77B5-31B3-E290-AB03B8680C3A}"/>
              </a:ext>
            </a:extLst>
          </p:cNvPr>
          <p:cNvSpPr>
            <a:spLocks noGrp="1"/>
          </p:cNvSpPr>
          <p:nvPr>
            <p:ph type="title"/>
          </p:nvPr>
        </p:nvSpPr>
        <p:spPr>
          <a:xfrm>
            <a:off x="442762" y="282957"/>
            <a:ext cx="8349916" cy="507831"/>
          </a:xfrm>
        </p:spPr>
        <p:txBody>
          <a:bodyPr anchor="ctr"/>
          <a:lstStyle>
            <a:lvl1pPr algn="l">
              <a:lnSpc>
                <a:spcPct val="100000"/>
              </a:lnSpc>
              <a:defRPr>
                <a:solidFill>
                  <a:srgbClr val="005094"/>
                </a:solidFill>
              </a:defRPr>
            </a:lvl1pPr>
          </a:lstStyle>
          <a:p>
            <a:r>
              <a:rPr lang="en-US"/>
              <a:t>Click to edit Master title style</a:t>
            </a:r>
            <a:endParaRPr lang="en-US" dirty="0"/>
          </a:p>
        </p:txBody>
      </p:sp>
      <p:sp>
        <p:nvSpPr>
          <p:cNvPr id="6" name="Slide Number Placeholder 7">
            <a:extLst>
              <a:ext uri="{FF2B5EF4-FFF2-40B4-BE49-F238E27FC236}">
                <a16:creationId xmlns:a16="http://schemas.microsoft.com/office/drawing/2014/main" id="{29FCD054-2ACB-3400-A961-62B89EF00924}"/>
              </a:ext>
            </a:extLst>
          </p:cNvPr>
          <p:cNvSpPr>
            <a:spLocks noGrp="1"/>
          </p:cNvSpPr>
          <p:nvPr>
            <p:ph type="sldNum" sz="quarter" idx="14"/>
          </p:nvPr>
        </p:nvSpPr>
        <p:spPr>
          <a:xfrm>
            <a:off x="8535503" y="6442311"/>
            <a:ext cx="514350" cy="434741"/>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86110984"/>
      </p:ext>
    </p:extLst>
  </p:cSld>
  <p:clrMapOvr>
    <a:masterClrMapping/>
  </p:clrMapOvr>
  <p:transition>
    <p:fade/>
  </p:transition>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3" name="Slide Number Placeholder 7">
            <a:extLst>
              <a:ext uri="{FF2B5EF4-FFF2-40B4-BE49-F238E27FC236}">
                <a16:creationId xmlns:a16="http://schemas.microsoft.com/office/drawing/2014/main" id="{550F4DCF-0EC0-663F-41C6-AC6F61393C5D}"/>
              </a:ext>
            </a:extLst>
          </p:cNvPr>
          <p:cNvSpPr>
            <a:spLocks noGrp="1"/>
          </p:cNvSpPr>
          <p:nvPr>
            <p:ph type="sldNum" sz="quarter" idx="14"/>
          </p:nvPr>
        </p:nvSpPr>
        <p:spPr>
          <a:xfrm>
            <a:off x="8535503" y="6442311"/>
            <a:ext cx="514350" cy="434741"/>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00890120"/>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Quot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36639" y="2054669"/>
            <a:ext cx="7072312" cy="2169825"/>
          </a:xfrm>
        </p:spPr>
        <p:txBody>
          <a:bodyPr vert="horz" wrap="square" lIns="91440" tIns="45720" rIns="91440" bIns="45720" rtlCol="0" anchor="b" anchorCtr="0">
            <a:spAutoFit/>
          </a:bodyPr>
          <a:lstStyle>
            <a:lvl1pPr marL="280988" indent="-91440">
              <a:lnSpc>
                <a:spcPct val="90000"/>
              </a:lnSpc>
              <a:defRPr lang="en-US" sz="3000" kern="2200" spc="0" baseline="0" dirty="0">
                <a:latin typeface="+mn-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Aliquam</a:t>
            </a:r>
            <a:r>
              <a:rPr lang="en-US" dirty="0"/>
              <a:t> </a:t>
            </a:r>
            <a:r>
              <a:rPr lang="en-US" dirty="0" err="1"/>
              <a:t>eu</a:t>
            </a:r>
            <a:r>
              <a:rPr lang="en-US" dirty="0"/>
              <a:t> </a:t>
            </a:r>
            <a:r>
              <a:rPr lang="en-US" dirty="0" err="1"/>
              <a:t>diam</a:t>
            </a:r>
            <a:r>
              <a:rPr lang="en-US" dirty="0"/>
              <a:t> </a:t>
            </a:r>
            <a:r>
              <a:rPr lang="en-US" dirty="0" err="1"/>
              <a:t>viverra</a:t>
            </a:r>
            <a:r>
              <a:rPr lang="en-US" dirty="0"/>
              <a:t>, semper </a:t>
            </a:r>
            <a:r>
              <a:rPr lang="en-US" dirty="0" err="1"/>
              <a:t>odio</a:t>
            </a:r>
            <a:r>
              <a:rPr lang="en-US" dirty="0"/>
              <a:t> </a:t>
            </a:r>
            <a:r>
              <a:rPr lang="en-US" dirty="0" err="1"/>
              <a:t>eu</a:t>
            </a:r>
            <a:r>
              <a:rPr lang="en-US" dirty="0"/>
              <a:t>, </a:t>
            </a:r>
            <a:r>
              <a:rPr lang="en-US" dirty="0" err="1"/>
              <a:t>interdum</a:t>
            </a:r>
            <a:r>
              <a:rPr lang="en-US" dirty="0"/>
              <a:t> </a:t>
            </a:r>
            <a:r>
              <a:rPr lang="en-US" dirty="0" err="1"/>
              <a:t>turpis</a:t>
            </a:r>
            <a:r>
              <a:rPr lang="en-US" dirty="0"/>
              <a:t>. </a:t>
            </a:r>
            <a:r>
              <a:rPr lang="en-US" dirty="0" err="1"/>
              <a:t>Proin</a:t>
            </a:r>
            <a:r>
              <a:rPr lang="en-US" dirty="0"/>
              <a:t> </a:t>
            </a:r>
            <a:r>
              <a:rPr lang="en-US" dirty="0" err="1"/>
              <a:t>placerat</a:t>
            </a:r>
            <a:r>
              <a:rPr lang="en-US" dirty="0"/>
              <a:t> ipsum mi, ac </a:t>
            </a:r>
            <a:r>
              <a:rPr lang="en-US" dirty="0" err="1"/>
              <a:t>sodales</a:t>
            </a:r>
            <a:r>
              <a:rPr lang="en-US" dirty="0"/>
              <a:t> </a:t>
            </a:r>
            <a:r>
              <a:rPr lang="en-US" dirty="0" err="1"/>
              <a:t>tellus</a:t>
            </a:r>
            <a:r>
              <a:rPr lang="en-US" dirty="0"/>
              <a:t> </a:t>
            </a:r>
            <a:r>
              <a:rPr lang="en-US" dirty="0" err="1"/>
              <a:t>congue</a:t>
            </a:r>
            <a:r>
              <a:rPr lang="en-US" dirty="0"/>
              <a:t> </a:t>
            </a:r>
            <a:r>
              <a:rPr lang="en-US" dirty="0" err="1"/>
              <a:t>amet</a:t>
            </a:r>
            <a:r>
              <a:rPr lang="en-US" dirty="0"/>
              <a:t> dolor.”</a:t>
            </a:r>
          </a:p>
        </p:txBody>
      </p:sp>
      <p:sp>
        <p:nvSpPr>
          <p:cNvPr id="3" name="Content Placeholder 2"/>
          <p:cNvSpPr>
            <a:spLocks noGrp="1"/>
          </p:cNvSpPr>
          <p:nvPr>
            <p:ph idx="1" hasCustomPrompt="1"/>
          </p:nvPr>
        </p:nvSpPr>
        <p:spPr>
          <a:xfrm>
            <a:off x="1036638" y="4511079"/>
            <a:ext cx="7072313" cy="721900"/>
          </a:xfrm>
        </p:spPr>
        <p:txBody>
          <a:bodyPr vert="horz" wrap="square" lIns="91440" tIns="45720" rIns="91440" bIns="45720" rtlCol="0">
            <a:noAutofit/>
          </a:bodyPr>
          <a:lstStyle>
            <a:lvl1pPr marL="0" indent="0" algn="r">
              <a:spcBef>
                <a:spcPts val="300"/>
              </a:spcBef>
              <a:buNone/>
              <a:defRPr lang="en-US" sz="1800" baseline="0" dirty="0" smtClean="0">
                <a:solidFill>
                  <a:srgbClr val="525252"/>
                </a:solidFill>
                <a:latin typeface="+mn-lt"/>
              </a:defRPr>
            </a:lvl1pPr>
            <a:lvl2pPr marL="230187" indent="0">
              <a:buNone/>
              <a:defRPr lang="en-US" dirty="0" smtClean="0"/>
            </a:lvl2pPr>
            <a:lvl3pPr marL="515937" indent="0">
              <a:buNone/>
              <a:defRPr lang="en-US" dirty="0" smtClean="0"/>
            </a:lvl3pPr>
            <a:lvl4pPr marL="800100" indent="0">
              <a:buNone/>
              <a:defRPr lang="en-US" dirty="0" smtClean="0"/>
            </a:lvl4pPr>
            <a:lvl5pPr marL="1085850" indent="0">
              <a:buNone/>
              <a:defRPr lang="en-US" dirty="0"/>
            </a:lvl5pPr>
          </a:lstStyle>
          <a:p>
            <a:pPr lvl="0"/>
            <a:r>
              <a:rPr lang="en-US" dirty="0"/>
              <a:t>—Author’s Name</a:t>
            </a:r>
          </a:p>
        </p:txBody>
      </p:sp>
      <p:sp>
        <p:nvSpPr>
          <p:cNvPr id="5" name="Slide Number Placeholder 7">
            <a:extLst>
              <a:ext uri="{FF2B5EF4-FFF2-40B4-BE49-F238E27FC236}">
                <a16:creationId xmlns:a16="http://schemas.microsoft.com/office/drawing/2014/main" id="{DD649393-7F7F-376A-0550-E4D3CFFD7A9A}"/>
              </a:ext>
            </a:extLst>
          </p:cNvPr>
          <p:cNvSpPr>
            <a:spLocks noGrp="1"/>
          </p:cNvSpPr>
          <p:nvPr>
            <p:ph type="sldNum" sz="quarter" idx="14"/>
          </p:nvPr>
        </p:nvSpPr>
        <p:spPr>
          <a:xfrm>
            <a:off x="8535503" y="6442311"/>
            <a:ext cx="514350" cy="434741"/>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36587647"/>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CEE34C1-3461-53B5-31B6-6C5EA7C7518D}"/>
              </a:ext>
            </a:extLst>
          </p:cNvPr>
          <p:cNvSpPr/>
          <p:nvPr/>
        </p:nvSpPr>
        <p:spPr bwMode="auto">
          <a:xfrm>
            <a:off x="1" y="0"/>
            <a:ext cx="9143999" cy="6858000"/>
          </a:xfrm>
          <a:prstGeom prst="rect">
            <a:avLst/>
          </a:prstGeom>
          <a:solidFill>
            <a:srgbClr val="005094"/>
          </a:solidFill>
          <a:ln w="19050" algn="ctr">
            <a:noFill/>
            <a:miter lim="800000"/>
            <a:headEnd/>
            <a:tailEnd/>
          </a:ln>
        </p:spPr>
        <p:txBody>
          <a:bodyPr wrap="none" rtlCol="0" anchor="ctr"/>
          <a:lstStyle/>
          <a:p>
            <a:pPr algn="ctr">
              <a:lnSpc>
                <a:spcPct val="90000"/>
              </a:lnSpc>
            </a:pPr>
            <a:endParaRPr lang="en-US" sz="1600" b="1" dirty="0" err="1">
              <a:solidFill>
                <a:schemeClr val="bg1"/>
              </a:solidFill>
              <a:latin typeface="+mj-lt"/>
            </a:endParaRPr>
          </a:p>
        </p:txBody>
      </p:sp>
      <p:pic>
        <p:nvPicPr>
          <p:cNvPr id="6" name="Picture 5" descr="A black and white sign with white text  Description automatically generated">
            <a:extLst>
              <a:ext uri="{FF2B5EF4-FFF2-40B4-BE49-F238E27FC236}">
                <a16:creationId xmlns:a16="http://schemas.microsoft.com/office/drawing/2014/main" id="{3BC0876D-534B-C445-D5AC-3F90E89F505D}"/>
              </a:ext>
            </a:extLst>
          </p:cNvPr>
          <p:cNvPicPr>
            <a:picLocks noChangeAspect="1"/>
          </p:cNvPicPr>
          <p:nvPr/>
        </p:nvPicPr>
        <p:blipFill>
          <a:blip r:embed="rId2"/>
          <a:stretch>
            <a:fillRect/>
          </a:stretch>
        </p:blipFill>
        <p:spPr>
          <a:xfrm>
            <a:off x="820478" y="474595"/>
            <a:ext cx="3535363" cy="1086635"/>
          </a:xfrm>
          <a:prstGeom prst="rect">
            <a:avLst/>
          </a:prstGeom>
        </p:spPr>
      </p:pic>
      <p:sp>
        <p:nvSpPr>
          <p:cNvPr id="8" name="Title 1">
            <a:extLst>
              <a:ext uri="{FF2B5EF4-FFF2-40B4-BE49-F238E27FC236}">
                <a16:creationId xmlns:a16="http://schemas.microsoft.com/office/drawing/2014/main" id="{0A8F41F8-F19F-D315-422E-A1602CCDB20C}"/>
              </a:ext>
            </a:extLst>
          </p:cNvPr>
          <p:cNvSpPr>
            <a:spLocks noGrp="1"/>
          </p:cNvSpPr>
          <p:nvPr>
            <p:ph type="ctrTitle"/>
          </p:nvPr>
        </p:nvSpPr>
        <p:spPr>
          <a:xfrm>
            <a:off x="1036637" y="3260267"/>
            <a:ext cx="6950076" cy="517065"/>
          </a:xfrm>
        </p:spPr>
        <p:txBody>
          <a:bodyPr/>
          <a:lstStyle>
            <a:lvl1pPr algn="l">
              <a:defRPr sz="3600">
                <a:solidFill>
                  <a:schemeClr val="bg1"/>
                </a:solidFill>
              </a:defRPr>
            </a:lvl1pPr>
          </a:lstStyle>
          <a:p>
            <a:r>
              <a:rPr lang="en-US"/>
              <a:t>Click to edit Master title style</a:t>
            </a:r>
            <a:endParaRPr lang="en-GB" dirty="0"/>
          </a:p>
        </p:txBody>
      </p:sp>
      <p:sp>
        <p:nvSpPr>
          <p:cNvPr id="11" name="Rectangle 10">
            <a:extLst>
              <a:ext uri="{FF2B5EF4-FFF2-40B4-BE49-F238E27FC236}">
                <a16:creationId xmlns:a16="http://schemas.microsoft.com/office/drawing/2014/main" id="{DC3D7F17-64E9-A89C-A05F-98433E474297}"/>
              </a:ext>
            </a:extLst>
          </p:cNvPr>
          <p:cNvSpPr>
            <a:spLocks noChangeAspect="1"/>
          </p:cNvSpPr>
          <p:nvPr/>
        </p:nvSpPr>
        <p:spPr bwMode="auto">
          <a:xfrm>
            <a:off x="4569620" y="-84667"/>
            <a:ext cx="4725076" cy="7008000"/>
          </a:xfrm>
          <a:prstGeom prst="rect">
            <a:avLst/>
          </a:prstGeom>
          <a:blipFill dpi="0" rotWithShape="1">
            <a:blip r:embed="rId3">
              <a:alphaModFix amt="17000"/>
            </a:blip>
            <a:srcRect/>
            <a:stretch>
              <a:fillRect/>
            </a:stretch>
          </a:blipFill>
          <a:ln w="19050" algn="ctr">
            <a:noFill/>
            <a:miter lim="800000"/>
            <a:headEnd/>
            <a:tailEnd/>
          </a:ln>
        </p:spPr>
        <p:txBody>
          <a:bodyPr wrap="none" rtlCol="0" anchor="ctr"/>
          <a:lstStyle/>
          <a:p>
            <a:pPr algn="ctr">
              <a:lnSpc>
                <a:spcPct val="90000"/>
              </a:lnSpc>
            </a:pPr>
            <a:endParaRPr lang="en-IN" sz="1600" b="1" dirty="0" err="1">
              <a:solidFill>
                <a:schemeClr val="bg1"/>
              </a:solidFill>
              <a:latin typeface="+mj-lt"/>
            </a:endParaRPr>
          </a:p>
        </p:txBody>
      </p:sp>
      <p:sp>
        <p:nvSpPr>
          <p:cNvPr id="12" name="Slide Number Placeholder 7">
            <a:extLst>
              <a:ext uri="{FF2B5EF4-FFF2-40B4-BE49-F238E27FC236}">
                <a16:creationId xmlns:a16="http://schemas.microsoft.com/office/drawing/2014/main" id="{AF9A6E86-2C50-5A08-8E59-26135CF1280F}"/>
              </a:ext>
            </a:extLst>
          </p:cNvPr>
          <p:cNvSpPr>
            <a:spLocks noGrp="1"/>
          </p:cNvSpPr>
          <p:nvPr>
            <p:ph type="sldNum" sz="quarter" idx="14"/>
          </p:nvPr>
        </p:nvSpPr>
        <p:spPr>
          <a:xfrm>
            <a:off x="8535503" y="6442311"/>
            <a:ext cx="514350" cy="434741"/>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37654159"/>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234514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tangle 5"/>
          <p:cNvSpPr/>
          <p:nvPr/>
        </p:nvSpPr>
        <p:spPr bwMode="auto">
          <a:xfrm>
            <a:off x="-2" y="6423259"/>
            <a:ext cx="9143999" cy="434741"/>
          </a:xfrm>
          <a:prstGeom prst="rect">
            <a:avLst/>
          </a:prstGeom>
          <a:gradFill flip="none" rotWithShape="1">
            <a:gsLst>
              <a:gs pos="0">
                <a:srgbClr val="005094"/>
              </a:gs>
              <a:gs pos="50000">
                <a:srgbClr val="005094"/>
              </a:gs>
              <a:gs pos="75000">
                <a:srgbClr val="3A195B"/>
              </a:gs>
            </a:gsLst>
            <a:path path="circle">
              <a:fillToRect l="100000" t="100000"/>
            </a:path>
            <a:tileRect r="-100000" b="-100000"/>
          </a:gradFill>
          <a:ln w="19050" algn="ctr">
            <a:noFill/>
            <a:miter lim="800000"/>
            <a:headEnd/>
            <a:tailEnd/>
          </a:ln>
        </p:spPr>
        <p:txBody>
          <a:bodyPr wrap="none" rtlCol="0" anchor="ctr"/>
          <a:lstStyle/>
          <a:p>
            <a:pPr algn="l">
              <a:lnSpc>
                <a:spcPct val="90000"/>
              </a:lnSpc>
            </a:pPr>
            <a:endParaRPr lang="en-US" sz="1200" b="0" dirty="0">
              <a:solidFill>
                <a:schemeClr val="bg1"/>
              </a:solidFill>
              <a:latin typeface="+mj-lt"/>
            </a:endParaRPr>
          </a:p>
        </p:txBody>
      </p:sp>
      <p:sp>
        <p:nvSpPr>
          <p:cNvPr id="2" name="Title Placeholder 1"/>
          <p:cNvSpPr>
            <a:spLocks noGrp="1"/>
          </p:cNvSpPr>
          <p:nvPr>
            <p:ph type="title"/>
          </p:nvPr>
        </p:nvSpPr>
        <p:spPr>
          <a:xfrm>
            <a:off x="1036638" y="844633"/>
            <a:ext cx="7072312" cy="438582"/>
          </a:xfrm>
          <a:prstGeom prst="rect">
            <a:avLst/>
          </a:prstGeom>
        </p:spPr>
        <p:txBody>
          <a:bodyPr vert="horz" wrap="square" lIns="0" tIns="0" rIns="0" bIns="45720" rtlCol="0" anchor="t" anchorCtr="0">
            <a:spAutoFit/>
          </a:bodyPr>
          <a:lstStyle/>
          <a:p>
            <a:r>
              <a:rPr lang="en-US" dirty="0"/>
              <a:t>Slide Title Here</a:t>
            </a:r>
          </a:p>
        </p:txBody>
      </p:sp>
      <p:sp>
        <p:nvSpPr>
          <p:cNvPr id="3" name="Text Placeholder 2"/>
          <p:cNvSpPr>
            <a:spLocks noGrp="1"/>
          </p:cNvSpPr>
          <p:nvPr>
            <p:ph type="body" idx="1"/>
          </p:nvPr>
        </p:nvSpPr>
        <p:spPr>
          <a:xfrm>
            <a:off x="1036638" y="1477797"/>
            <a:ext cx="7072312" cy="4228060"/>
          </a:xfrm>
          <a:prstGeom prst="rect">
            <a:avLst/>
          </a:prstGeom>
        </p:spPr>
        <p:txBody>
          <a:bodyPr vert="horz" wrap="square" lIns="0" tIns="0" rIns="0" bIns="45720" rtlCol="0">
            <a:noAutofit/>
          </a:bodyPr>
          <a:lstStyle/>
          <a:p>
            <a:pPr lvl="0"/>
            <a:r>
              <a:rPr lang="en-US" dirty="0"/>
              <a:t>Click to edit bullet text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descr="A blue and black logo  Description automatically generated">
            <a:extLst>
              <a:ext uri="{FF2B5EF4-FFF2-40B4-BE49-F238E27FC236}">
                <a16:creationId xmlns:a16="http://schemas.microsoft.com/office/drawing/2014/main" id="{56EBD2BB-939E-8183-DA57-9EBF0EB8BEC8}"/>
              </a:ext>
            </a:extLst>
          </p:cNvPr>
          <p:cNvPicPr>
            <a:picLocks noChangeAspect="1"/>
          </p:cNvPicPr>
          <p:nvPr/>
        </p:nvPicPr>
        <p:blipFill rotWithShape="1">
          <a:blip r:embed="rId14"/>
          <a:srcRect r="74035"/>
          <a:stretch/>
        </p:blipFill>
        <p:spPr>
          <a:xfrm>
            <a:off x="8366780" y="158389"/>
            <a:ext cx="712936" cy="960000"/>
          </a:xfrm>
          <a:prstGeom prst="rect">
            <a:avLst/>
          </a:prstGeom>
        </p:spPr>
      </p:pic>
      <p:sp>
        <p:nvSpPr>
          <p:cNvPr id="11" name="Slide Number Placeholder 10">
            <a:extLst>
              <a:ext uri="{FF2B5EF4-FFF2-40B4-BE49-F238E27FC236}">
                <a16:creationId xmlns:a16="http://schemas.microsoft.com/office/drawing/2014/main" id="{F99E92E5-B5F9-59B9-2C09-DCBBBD14476A}"/>
              </a:ext>
            </a:extLst>
          </p:cNvPr>
          <p:cNvSpPr>
            <a:spLocks noGrp="1"/>
          </p:cNvSpPr>
          <p:nvPr>
            <p:ph type="sldNum" sz="quarter" idx="4"/>
          </p:nvPr>
        </p:nvSpPr>
        <p:spPr>
          <a:xfrm>
            <a:off x="8466073" y="6576003"/>
            <a:ext cx="514350" cy="434741"/>
          </a:xfrm>
          <a:prstGeom prst="rect">
            <a:avLst/>
          </a:prstGeom>
        </p:spPr>
        <p:txBody>
          <a:bodyPr vert="horz" lIns="91440" tIns="45720" rIns="91440" bIns="45720" rtlCol="0" anchor="ctr"/>
          <a:lstStyle>
            <a:lvl1pPr algn="r">
              <a:defRPr sz="1200">
                <a:solidFill>
                  <a:schemeClr val="bg1"/>
                </a:solidFill>
              </a:defRPr>
            </a:lvl1pPr>
          </a:lstStyle>
          <a:p>
            <a:fld id="{C1FF6DA9-008F-8B48-92A6-B652298478BF}" type="slidenum">
              <a:rPr lang="en-US" smtClean="0"/>
              <a:t>‹#›</a:t>
            </a:fld>
            <a:endParaRPr lang="en-US"/>
          </a:p>
        </p:txBody>
      </p:sp>
      <p:cxnSp>
        <p:nvCxnSpPr>
          <p:cNvPr id="4" name="Straight Connector 3">
            <a:extLst>
              <a:ext uri="{FF2B5EF4-FFF2-40B4-BE49-F238E27FC236}">
                <a16:creationId xmlns:a16="http://schemas.microsoft.com/office/drawing/2014/main" id="{30F8A716-9FA3-C8CF-6294-DA0CD42E76CF}"/>
              </a:ext>
            </a:extLst>
          </p:cNvPr>
          <p:cNvCxnSpPr/>
          <p:nvPr/>
        </p:nvCxnSpPr>
        <p:spPr>
          <a:xfrm>
            <a:off x="0" y="1438275"/>
            <a:ext cx="9144000" cy="0"/>
          </a:xfrm>
          <a:prstGeom prst="line">
            <a:avLst/>
          </a:prstGeom>
          <a:ln w="9525">
            <a:solidFill>
              <a:srgbClr val="3A195B"/>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64039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ransition>
    <p:fade/>
  </p:transition>
  <p:txStyles>
    <p:titleStyle>
      <a:lvl1pPr algn="l" defTabSz="914400" rtl="0" eaLnBrk="1" latinLnBrk="0" hangingPunct="1">
        <a:lnSpc>
          <a:spcPct val="85000"/>
        </a:lnSpc>
        <a:spcBef>
          <a:spcPct val="0"/>
        </a:spcBef>
        <a:buNone/>
        <a:defRPr lang="en-US" sz="3000" b="0" kern="1200" cap="none" spc="0" baseline="0" dirty="0" smtClean="0">
          <a:solidFill>
            <a:srgbClr val="005094"/>
          </a:solidFill>
          <a:latin typeface="+mj-lt"/>
          <a:ea typeface="Roboto" panose="02000000000000000000" pitchFamily="2" charset="0"/>
          <a:cs typeface="Roboto" panose="02000000000000000000" pitchFamily="2" charset="0"/>
        </a:defRPr>
      </a:lvl1pPr>
    </p:titleStyle>
    <p:bodyStyle>
      <a:lvl1pPr marL="168275" indent="-168275" algn="l" defTabSz="914400" rtl="0" eaLnBrk="1" latinLnBrk="0" hangingPunct="1">
        <a:lnSpc>
          <a:spcPct val="100000"/>
        </a:lnSpc>
        <a:spcBef>
          <a:spcPts val="1000"/>
        </a:spcBef>
        <a:buClr>
          <a:srgbClr val="005094"/>
        </a:buClr>
        <a:buFont typeface="Wingdings" panose="05000000000000000000" pitchFamily="2" charset="2"/>
        <a:buChar char="§"/>
        <a:defRPr lang="en-US" sz="1800" b="0" kern="1200" dirty="0" smtClean="0">
          <a:solidFill>
            <a:srgbClr val="525252"/>
          </a:solidFill>
          <a:latin typeface="+mn-lt"/>
          <a:ea typeface="Roboto" panose="02000000000000000000" pitchFamily="2" charset="0"/>
          <a:cs typeface="Roboto" panose="02000000000000000000" pitchFamily="2" charset="0"/>
        </a:defRPr>
      </a:lvl1pPr>
      <a:lvl2pPr marL="457200" indent="-227013" algn="l" defTabSz="914400" rtl="0" eaLnBrk="1" latinLnBrk="0" hangingPunct="1">
        <a:lnSpc>
          <a:spcPct val="100000"/>
        </a:lnSpc>
        <a:spcBef>
          <a:spcPts val="1000"/>
        </a:spcBef>
        <a:buClr>
          <a:srgbClr val="005094"/>
        </a:buClr>
        <a:buFont typeface="Arial" panose="020B0604020202020204" pitchFamily="34" charset="0"/>
        <a:buChar char="•"/>
        <a:defRPr lang="en-US" sz="1800" b="0" kern="1200" dirty="0" smtClean="0">
          <a:solidFill>
            <a:srgbClr val="525252"/>
          </a:solidFill>
          <a:latin typeface="+mn-lt"/>
          <a:ea typeface="Roboto" panose="02000000000000000000" pitchFamily="2" charset="0"/>
          <a:cs typeface="Roboto" panose="02000000000000000000" pitchFamily="2" charset="0"/>
        </a:defRPr>
      </a:lvl2pPr>
      <a:lvl3pPr marL="742950" indent="-227013" algn="l" defTabSz="914400" rtl="0" eaLnBrk="1" latinLnBrk="0" hangingPunct="1">
        <a:lnSpc>
          <a:spcPct val="100000"/>
        </a:lnSpc>
        <a:spcBef>
          <a:spcPts val="1000"/>
        </a:spcBef>
        <a:buClr>
          <a:srgbClr val="005094"/>
        </a:buClr>
        <a:buFont typeface="Arial" panose="020B0604020202020204" pitchFamily="34" charset="0"/>
        <a:buChar char="•"/>
        <a:defRPr lang="en-US" sz="1800" b="0" kern="1200" dirty="0" smtClean="0">
          <a:solidFill>
            <a:srgbClr val="525252"/>
          </a:solidFill>
          <a:latin typeface="+mn-lt"/>
          <a:ea typeface="Roboto" panose="02000000000000000000" pitchFamily="2" charset="0"/>
          <a:cs typeface="Roboto" panose="02000000000000000000" pitchFamily="2" charset="0"/>
        </a:defRPr>
      </a:lvl3pPr>
      <a:lvl4pPr marL="1028700" indent="-228600" algn="l" defTabSz="914400" rtl="0" eaLnBrk="1" latinLnBrk="0" hangingPunct="1">
        <a:lnSpc>
          <a:spcPct val="100000"/>
        </a:lnSpc>
        <a:spcBef>
          <a:spcPts val="1000"/>
        </a:spcBef>
        <a:buClr>
          <a:srgbClr val="005094"/>
        </a:buClr>
        <a:buFont typeface="Arial" panose="020B0604020202020204" pitchFamily="34" charset="0"/>
        <a:buChar char="•"/>
        <a:defRPr lang="en-US" sz="1800" b="0" kern="1200" dirty="0" smtClean="0">
          <a:solidFill>
            <a:srgbClr val="525252"/>
          </a:solidFill>
          <a:latin typeface="+mn-lt"/>
          <a:ea typeface="Roboto" panose="02000000000000000000" pitchFamily="2" charset="0"/>
          <a:cs typeface="Roboto" panose="02000000000000000000" pitchFamily="2" charset="0"/>
        </a:defRPr>
      </a:lvl4pPr>
      <a:lvl5pPr marL="1312863" indent="-227013" algn="l" defTabSz="914400" rtl="0" eaLnBrk="1" latinLnBrk="0" hangingPunct="1">
        <a:lnSpc>
          <a:spcPct val="100000"/>
        </a:lnSpc>
        <a:spcBef>
          <a:spcPts val="1000"/>
        </a:spcBef>
        <a:buClr>
          <a:srgbClr val="005094"/>
        </a:buClr>
        <a:buFont typeface="Arial" panose="020B0604020202020204" pitchFamily="34" charset="0"/>
        <a:buChar char="•"/>
        <a:defRPr lang="en-US" sz="1800" b="0" kern="1200" dirty="0">
          <a:solidFill>
            <a:srgbClr val="525252"/>
          </a:solidFill>
          <a:latin typeface="+mn-lt"/>
          <a:ea typeface="Roboto" panose="02000000000000000000" pitchFamily="2" charset="0"/>
          <a:cs typeface="Roboto" panose="02000000000000000000" pitchFamily="2"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67334EA-95D6-0F2E-F6F7-B2DD193ECE34}"/>
              </a:ext>
            </a:extLst>
          </p:cNvPr>
          <p:cNvSpPr>
            <a:spLocks noGrp="1"/>
          </p:cNvSpPr>
          <p:nvPr>
            <p:ph type="body" idx="1"/>
          </p:nvPr>
        </p:nvSpPr>
        <p:spPr>
          <a:xfrm>
            <a:off x="449502" y="1655503"/>
            <a:ext cx="7642446" cy="900000"/>
          </a:xfrm>
        </p:spPr>
        <p:txBody>
          <a:bodyPr/>
          <a:lstStyle/>
          <a:p>
            <a:pPr algn="ctr"/>
            <a:r>
              <a:rPr lang="en-IN" sz="2400" dirty="0"/>
              <a:t>Generative AI for Automated Report &amp; Documentation Generation</a:t>
            </a:r>
          </a:p>
        </p:txBody>
      </p:sp>
      <p:sp>
        <p:nvSpPr>
          <p:cNvPr id="4" name="Text Placeholder 3">
            <a:extLst>
              <a:ext uri="{FF2B5EF4-FFF2-40B4-BE49-F238E27FC236}">
                <a16:creationId xmlns:a16="http://schemas.microsoft.com/office/drawing/2014/main" id="{BB7F92D0-7215-3751-7786-F462372E27AB}"/>
              </a:ext>
            </a:extLst>
          </p:cNvPr>
          <p:cNvSpPr>
            <a:spLocks noGrp="1"/>
          </p:cNvSpPr>
          <p:nvPr>
            <p:ph type="body" sz="quarter" idx="10"/>
          </p:nvPr>
        </p:nvSpPr>
        <p:spPr>
          <a:xfrm>
            <a:off x="663012" y="2730884"/>
            <a:ext cx="7072313" cy="3441289"/>
          </a:xfrm>
        </p:spPr>
        <p:txBody>
          <a:bodyPr/>
          <a:lstStyle/>
          <a:p>
            <a:pPr marL="12700" algn="ctr">
              <a:spcBef>
                <a:spcPts val="95"/>
              </a:spcBef>
            </a:pPr>
            <a:r>
              <a:rPr lang="en-IN" b="0" i="0" dirty="0">
                <a:solidFill>
                  <a:schemeClr val="bg2"/>
                </a:solidFill>
                <a:effectLst/>
                <a:latin typeface="Times New Roman" panose="02020603050405020304" pitchFamily="18" charset="0"/>
                <a:cs typeface="Times New Roman" panose="02020603050405020304" pitchFamily="18" charset="0"/>
              </a:rPr>
              <a:t>Topic: </a:t>
            </a:r>
            <a:r>
              <a:rPr lang="en-US" dirty="0"/>
              <a:t>Leveraging Large Language Models to Automate Technical Writing, Reports, and Knowledge Documentation</a:t>
            </a:r>
          </a:p>
          <a:p>
            <a:pPr marL="12700" algn="ctr">
              <a:spcBef>
                <a:spcPts val="95"/>
              </a:spcBef>
            </a:pPr>
            <a:endParaRPr lang="en-US" dirty="0"/>
          </a:p>
          <a:p>
            <a:pPr marL="12700" algn="ctr">
              <a:spcBef>
                <a:spcPts val="95"/>
              </a:spcBef>
            </a:pPr>
            <a:r>
              <a:rPr lang="en-IN" b="0" i="0" dirty="0">
                <a:solidFill>
                  <a:schemeClr val="bg2"/>
                </a:solidFill>
                <a:effectLst/>
                <a:latin typeface="Times New Roman" panose="02020603050405020304" pitchFamily="18" charset="0"/>
                <a:cs typeface="Times New Roman" panose="02020603050405020304" pitchFamily="18" charset="0"/>
              </a:rPr>
              <a:t>A Seminar Presentation</a:t>
            </a:r>
          </a:p>
          <a:p>
            <a:pPr marL="12700">
              <a:spcBef>
                <a:spcPts val="95"/>
              </a:spcBef>
            </a:pPr>
            <a:endParaRPr lang="en-IN" dirty="0">
              <a:solidFill>
                <a:schemeClr val="bg2"/>
              </a:solidFill>
              <a:latin typeface="Times New Roman" panose="02020603050405020304" pitchFamily="18" charset="0"/>
              <a:cs typeface="Times New Roman" pitchFamily="18" charset="0"/>
            </a:endParaRPr>
          </a:p>
          <a:p>
            <a:pPr marL="12700" marR="1717039">
              <a:lnSpc>
                <a:spcPct val="100899"/>
              </a:lnSpc>
            </a:pPr>
            <a:r>
              <a:rPr lang="en-IN" dirty="0">
                <a:solidFill>
                  <a:srgbClr val="FFFFFF"/>
                </a:solidFill>
                <a:latin typeface="Times New Roman" pitchFamily="18" charset="0"/>
                <a:cs typeface="Times New Roman" pitchFamily="18" charset="0"/>
              </a:rPr>
              <a:t>Presented By</a:t>
            </a:r>
            <a:r>
              <a:rPr lang="en-IN" spc="35" dirty="0">
                <a:solidFill>
                  <a:srgbClr val="FFFFFF"/>
                </a:solidFill>
                <a:latin typeface="Times New Roman" pitchFamily="18" charset="0"/>
                <a:cs typeface="Times New Roman" pitchFamily="18" charset="0"/>
              </a:rPr>
              <a:t> </a:t>
            </a:r>
            <a:r>
              <a:rPr lang="en-IN" dirty="0">
                <a:solidFill>
                  <a:srgbClr val="FFFFFF"/>
                </a:solidFill>
                <a:latin typeface="Times New Roman" pitchFamily="18" charset="0"/>
                <a:cs typeface="Times New Roman" pitchFamily="18" charset="0"/>
              </a:rPr>
              <a:t>–</a:t>
            </a:r>
            <a:r>
              <a:rPr lang="en-IN" spc="-30" dirty="0">
                <a:solidFill>
                  <a:srgbClr val="FFFFFF"/>
                </a:solidFill>
                <a:latin typeface="Times New Roman" pitchFamily="18" charset="0"/>
                <a:cs typeface="Times New Roman" pitchFamily="18" charset="0"/>
              </a:rPr>
              <a:t> [RAMAVATH RAHUL]</a:t>
            </a:r>
          </a:p>
          <a:p>
            <a:pPr marL="12700" marR="1717039">
              <a:lnSpc>
                <a:spcPct val="100899"/>
              </a:lnSpc>
            </a:pPr>
            <a:r>
              <a:rPr lang="en-IN" dirty="0">
                <a:solidFill>
                  <a:srgbClr val="FFFFFF"/>
                </a:solidFill>
                <a:latin typeface="Times New Roman" pitchFamily="18" charset="0"/>
                <a:cs typeface="Times New Roman" pitchFamily="18" charset="0"/>
              </a:rPr>
              <a:t>Roll</a:t>
            </a:r>
            <a:r>
              <a:rPr lang="en-IN" spc="-35" dirty="0">
                <a:solidFill>
                  <a:srgbClr val="FFFFFF"/>
                </a:solidFill>
                <a:latin typeface="Times New Roman" pitchFamily="18" charset="0"/>
                <a:cs typeface="Times New Roman" pitchFamily="18" charset="0"/>
              </a:rPr>
              <a:t> </a:t>
            </a:r>
            <a:r>
              <a:rPr lang="en-IN" dirty="0">
                <a:solidFill>
                  <a:srgbClr val="FFFFFF"/>
                </a:solidFill>
                <a:latin typeface="Times New Roman" pitchFamily="18" charset="0"/>
                <a:cs typeface="Times New Roman" pitchFamily="18" charset="0"/>
              </a:rPr>
              <a:t>Number</a:t>
            </a:r>
            <a:r>
              <a:rPr lang="en-IN" spc="60" dirty="0">
                <a:solidFill>
                  <a:srgbClr val="FFFFFF"/>
                </a:solidFill>
                <a:latin typeface="Times New Roman" pitchFamily="18" charset="0"/>
                <a:cs typeface="Times New Roman" pitchFamily="18" charset="0"/>
              </a:rPr>
              <a:t> </a:t>
            </a:r>
            <a:r>
              <a:rPr lang="en-IN" dirty="0">
                <a:solidFill>
                  <a:srgbClr val="FFFFFF"/>
                </a:solidFill>
                <a:latin typeface="Times New Roman" pitchFamily="18" charset="0"/>
                <a:cs typeface="Times New Roman" pitchFamily="18" charset="0"/>
              </a:rPr>
              <a:t>-</a:t>
            </a:r>
            <a:r>
              <a:rPr lang="en-IN" spc="-20" dirty="0">
                <a:solidFill>
                  <a:srgbClr val="FFFFFF"/>
                </a:solidFill>
                <a:latin typeface="Times New Roman" pitchFamily="18" charset="0"/>
                <a:cs typeface="Times New Roman" pitchFamily="18" charset="0"/>
              </a:rPr>
              <a:t> </a:t>
            </a:r>
            <a:r>
              <a:rPr lang="en-IN" spc="-10" dirty="0">
                <a:solidFill>
                  <a:srgbClr val="FFFFFF"/>
                </a:solidFill>
                <a:latin typeface="Times New Roman" pitchFamily="18" charset="0"/>
                <a:cs typeface="Times New Roman" pitchFamily="18" charset="0"/>
              </a:rPr>
              <a:t>[24951A05R6]</a:t>
            </a:r>
          </a:p>
          <a:p>
            <a:pPr marL="12700" marR="1717039">
              <a:lnSpc>
                <a:spcPct val="100899"/>
              </a:lnSpc>
            </a:pPr>
            <a:r>
              <a:rPr lang="en-IN" dirty="0">
                <a:solidFill>
                  <a:srgbClr val="FFFFFF"/>
                </a:solidFill>
                <a:latin typeface="Times New Roman" pitchFamily="18" charset="0"/>
                <a:cs typeface="Times New Roman" pitchFamily="18" charset="0"/>
              </a:rPr>
              <a:t>Department</a:t>
            </a:r>
            <a:r>
              <a:rPr lang="en-IN" spc="-30" dirty="0">
                <a:solidFill>
                  <a:srgbClr val="FFFFFF"/>
                </a:solidFill>
                <a:latin typeface="Times New Roman" pitchFamily="18" charset="0"/>
                <a:cs typeface="Times New Roman" pitchFamily="18" charset="0"/>
              </a:rPr>
              <a:t> </a:t>
            </a:r>
            <a:r>
              <a:rPr lang="en-IN" dirty="0">
                <a:solidFill>
                  <a:srgbClr val="FFFFFF"/>
                </a:solidFill>
                <a:latin typeface="Times New Roman" pitchFamily="18" charset="0"/>
                <a:cs typeface="Times New Roman" pitchFamily="18" charset="0"/>
              </a:rPr>
              <a:t>Name</a:t>
            </a:r>
            <a:r>
              <a:rPr lang="en-IN" spc="30" dirty="0">
                <a:solidFill>
                  <a:srgbClr val="FFFFFF"/>
                </a:solidFill>
                <a:latin typeface="Times New Roman" pitchFamily="18" charset="0"/>
                <a:cs typeface="Times New Roman" pitchFamily="18" charset="0"/>
              </a:rPr>
              <a:t> </a:t>
            </a:r>
            <a:r>
              <a:rPr lang="en-IN" spc="470" dirty="0">
                <a:solidFill>
                  <a:srgbClr val="FFFFFF"/>
                </a:solidFill>
                <a:latin typeface="Times New Roman" pitchFamily="18" charset="0"/>
                <a:cs typeface="Times New Roman" pitchFamily="18" charset="0"/>
              </a:rPr>
              <a:t>–</a:t>
            </a:r>
            <a:r>
              <a:rPr lang="en-IN" spc="-5" dirty="0">
                <a:solidFill>
                  <a:srgbClr val="FFFFFF"/>
                </a:solidFill>
                <a:latin typeface="Times New Roman" pitchFamily="18" charset="0"/>
                <a:cs typeface="Times New Roman" pitchFamily="18" charset="0"/>
              </a:rPr>
              <a:t> </a:t>
            </a:r>
            <a:r>
              <a:rPr lang="en-IN" spc="-10" dirty="0">
                <a:solidFill>
                  <a:srgbClr val="FFFFFF"/>
                </a:solidFill>
                <a:latin typeface="Times New Roman" pitchFamily="18" charset="0"/>
                <a:cs typeface="Times New Roman" pitchFamily="18" charset="0"/>
              </a:rPr>
              <a:t>CSE </a:t>
            </a:r>
          </a:p>
          <a:p>
            <a:pPr marL="12700" marR="1717039">
              <a:lnSpc>
                <a:spcPct val="100899"/>
              </a:lnSpc>
            </a:pPr>
            <a:r>
              <a:rPr lang="en-IN" dirty="0">
                <a:solidFill>
                  <a:srgbClr val="FFFFFF"/>
                </a:solidFill>
                <a:latin typeface="Times New Roman" pitchFamily="18" charset="0"/>
                <a:cs typeface="Times New Roman" pitchFamily="18" charset="0"/>
              </a:rPr>
              <a:t>Semester</a:t>
            </a:r>
            <a:r>
              <a:rPr lang="en-IN" spc="-10" dirty="0">
                <a:solidFill>
                  <a:srgbClr val="FFFFFF"/>
                </a:solidFill>
                <a:latin typeface="Times New Roman" pitchFamily="18" charset="0"/>
                <a:cs typeface="Times New Roman" pitchFamily="18" charset="0"/>
              </a:rPr>
              <a:t> </a:t>
            </a:r>
            <a:r>
              <a:rPr lang="en-IN" dirty="0">
                <a:solidFill>
                  <a:srgbClr val="FFFFFF"/>
                </a:solidFill>
                <a:latin typeface="Times New Roman" pitchFamily="18" charset="0"/>
                <a:cs typeface="Times New Roman" pitchFamily="18" charset="0"/>
              </a:rPr>
              <a:t>&amp;</a:t>
            </a:r>
            <a:r>
              <a:rPr lang="en-IN" spc="-15" dirty="0">
                <a:solidFill>
                  <a:srgbClr val="FFFFFF"/>
                </a:solidFill>
                <a:latin typeface="Times New Roman" pitchFamily="18" charset="0"/>
                <a:cs typeface="Times New Roman" pitchFamily="18" charset="0"/>
              </a:rPr>
              <a:t> </a:t>
            </a:r>
            <a:r>
              <a:rPr lang="en-IN" dirty="0">
                <a:solidFill>
                  <a:srgbClr val="FFFFFF"/>
                </a:solidFill>
                <a:latin typeface="Times New Roman" pitchFamily="18" charset="0"/>
                <a:cs typeface="Times New Roman" pitchFamily="18" charset="0"/>
              </a:rPr>
              <a:t>Section</a:t>
            </a:r>
            <a:r>
              <a:rPr lang="en-IN" spc="-80" dirty="0">
                <a:solidFill>
                  <a:srgbClr val="FFFFFF"/>
                </a:solidFill>
                <a:latin typeface="Times New Roman" pitchFamily="18" charset="0"/>
                <a:cs typeface="Times New Roman" pitchFamily="18" charset="0"/>
              </a:rPr>
              <a:t> </a:t>
            </a:r>
            <a:r>
              <a:rPr lang="en-IN" spc="470" dirty="0">
                <a:solidFill>
                  <a:srgbClr val="FFFFFF"/>
                </a:solidFill>
                <a:latin typeface="Times New Roman" pitchFamily="18" charset="0"/>
                <a:cs typeface="Times New Roman" pitchFamily="18" charset="0"/>
              </a:rPr>
              <a:t>–</a:t>
            </a:r>
            <a:r>
              <a:rPr lang="en-IN" spc="-25" dirty="0">
                <a:solidFill>
                  <a:srgbClr val="FFFFFF"/>
                </a:solidFill>
                <a:latin typeface="Times New Roman" pitchFamily="18" charset="0"/>
                <a:cs typeface="Times New Roman" pitchFamily="18" charset="0"/>
              </a:rPr>
              <a:t> I</a:t>
            </a:r>
            <a:r>
              <a:rPr lang="en-IN" dirty="0">
                <a:solidFill>
                  <a:srgbClr val="FFFFFF"/>
                </a:solidFill>
                <a:latin typeface="Times New Roman" pitchFamily="18" charset="0"/>
                <a:cs typeface="Times New Roman" pitchFamily="18" charset="0"/>
              </a:rPr>
              <a:t>V Sem</a:t>
            </a:r>
            <a:r>
              <a:rPr lang="en-IN" spc="15" dirty="0">
                <a:solidFill>
                  <a:srgbClr val="FFFFFF"/>
                </a:solidFill>
                <a:latin typeface="Times New Roman" pitchFamily="18" charset="0"/>
                <a:cs typeface="Times New Roman" pitchFamily="18" charset="0"/>
              </a:rPr>
              <a:t> G</a:t>
            </a:r>
            <a:r>
              <a:rPr lang="en-IN" dirty="0">
                <a:solidFill>
                  <a:srgbClr val="FFFFFF"/>
                </a:solidFill>
                <a:latin typeface="Times New Roman" pitchFamily="18" charset="0"/>
                <a:cs typeface="Times New Roman" pitchFamily="18" charset="0"/>
              </a:rPr>
              <a:t>-</a:t>
            </a:r>
            <a:r>
              <a:rPr lang="en-IN" spc="-10" dirty="0">
                <a:solidFill>
                  <a:srgbClr val="FFFFFF"/>
                </a:solidFill>
                <a:latin typeface="Times New Roman" pitchFamily="18" charset="0"/>
                <a:cs typeface="Times New Roman" pitchFamily="18" charset="0"/>
              </a:rPr>
              <a:t>Section </a:t>
            </a:r>
          </a:p>
          <a:p>
            <a:endParaRPr lang="en-IN" dirty="0"/>
          </a:p>
        </p:txBody>
      </p:sp>
    </p:spTree>
    <p:extLst>
      <p:ext uri="{BB962C8B-B14F-4D97-AF65-F5344CB8AC3E}">
        <p14:creationId xmlns:p14="http://schemas.microsoft.com/office/powerpoint/2010/main" val="1908342726"/>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6638" y="844633"/>
            <a:ext cx="7072312" cy="503984"/>
          </a:xfrm>
        </p:spPr>
        <p:txBody>
          <a:bodyPr/>
          <a:lstStyle/>
          <a:p>
            <a:r>
              <a:rPr sz="3500" b="1" dirty="0">
                <a:solidFill>
                  <a:schemeClr val="accent2">
                    <a:lumMod val="50000"/>
                  </a:schemeClr>
                </a:solidFill>
                <a:latin typeface="Times New Roman" panose="02020603050405020304" pitchFamily="18" charset="0"/>
                <a:cs typeface="Times New Roman" panose="02020603050405020304" pitchFamily="18" charset="0"/>
              </a:rPr>
              <a:t>Project Overview</a:t>
            </a:r>
          </a:p>
        </p:txBody>
      </p:sp>
      <p:sp>
        <p:nvSpPr>
          <p:cNvPr id="3" name="Content Placeholder 2"/>
          <p:cNvSpPr>
            <a:spLocks noGrp="1"/>
          </p:cNvSpPr>
          <p:nvPr>
            <p:ph idx="1"/>
          </p:nvPr>
        </p:nvSpPr>
        <p:spPr>
          <a:xfrm>
            <a:off x="426720" y="1672868"/>
            <a:ext cx="7840726" cy="4666971"/>
          </a:xfrm>
        </p:spPr>
        <p:txBody>
          <a:bodyPr/>
          <a:lstStyle/>
          <a:p>
            <a:pPr>
              <a:buClr>
                <a:schemeClr val="accent2">
                  <a:lumMod val="50000"/>
                </a:schemeClr>
              </a:buClr>
              <a:buFont typeface="Wingdings" panose="05000000000000000000" pitchFamily="2" charset="2"/>
              <a:buChar char="Ø"/>
            </a:pPr>
            <a:r>
              <a:rPr sz="1300" dirty="0">
                <a:solidFill>
                  <a:schemeClr val="accent2">
                    <a:lumMod val="50000"/>
                  </a:schemeClr>
                </a:solidFill>
                <a:latin typeface="Times New Roman" panose="02020603050405020304" pitchFamily="18" charset="0"/>
                <a:cs typeface="Times New Roman" panose="02020603050405020304" pitchFamily="18" charset="0"/>
              </a:rPr>
              <a:t>Goal: Automate creation of reports and documentation using Generative AI</a:t>
            </a:r>
          </a:p>
          <a:p>
            <a:pPr>
              <a:buClr>
                <a:schemeClr val="accent2">
                  <a:lumMod val="50000"/>
                </a:schemeClr>
              </a:buClr>
              <a:buFont typeface="Wingdings" panose="05000000000000000000" pitchFamily="2" charset="2"/>
              <a:buChar char="Ø"/>
            </a:pPr>
            <a:r>
              <a:rPr lang="nn-NO" sz="1300" b="0" i="0" dirty="0">
                <a:solidFill>
                  <a:srgbClr val="0D0D0D"/>
                </a:solidFill>
                <a:effectLst/>
                <a:latin typeface="-apple-system-body"/>
              </a:rPr>
              <a:t>Core Approach: Large Language Models (LLMs) combined with structured data pipelines</a:t>
            </a:r>
          </a:p>
          <a:p>
            <a:pPr>
              <a:buClr>
                <a:schemeClr val="accent2">
                  <a:lumMod val="50000"/>
                </a:schemeClr>
              </a:buClr>
              <a:buFont typeface="Wingdings" panose="05000000000000000000" pitchFamily="2" charset="2"/>
              <a:buChar char="Ø"/>
            </a:pPr>
            <a:r>
              <a:rPr lang="nn-NO" sz="1300" b="1" dirty="0">
                <a:solidFill>
                  <a:srgbClr val="0D0D0D"/>
                </a:solidFill>
                <a:latin typeface="-apple-system-body"/>
                <a:cs typeface="Times New Roman" panose="02020603050405020304" pitchFamily="18" charset="0"/>
              </a:rPr>
              <a:t>Key Capabilities:</a:t>
            </a:r>
            <a:endParaRPr sz="1300" b="1" dirty="0">
              <a:solidFill>
                <a:schemeClr val="accent2">
                  <a:lumMod val="50000"/>
                </a:schemeClr>
              </a:solidFill>
              <a:latin typeface="Times New Roman" panose="02020603050405020304" pitchFamily="18" charset="0"/>
              <a:cs typeface="Times New Roman" panose="02020603050405020304" pitchFamily="18" charset="0"/>
            </a:endParaRPr>
          </a:p>
          <a:p>
            <a:pPr lvl="1">
              <a:buClr>
                <a:schemeClr val="accent2">
                  <a:lumMod val="50000"/>
                </a:schemeClr>
              </a:buClr>
              <a:buFont typeface="Wingdings" panose="05000000000000000000" pitchFamily="2" charset="2"/>
              <a:buChar char="Ø"/>
            </a:pPr>
            <a:r>
              <a:rPr sz="1300" dirty="0">
                <a:solidFill>
                  <a:schemeClr val="accent2">
                    <a:lumMod val="50000"/>
                  </a:schemeClr>
                </a:solidFill>
                <a:latin typeface="Times New Roman" panose="02020603050405020304" pitchFamily="18" charset="0"/>
                <a:cs typeface="Times New Roman" panose="02020603050405020304" pitchFamily="18" charset="0"/>
              </a:rPr>
              <a:t>Natural Language Generation (NLG)</a:t>
            </a:r>
          </a:p>
          <a:p>
            <a:pPr lvl="1">
              <a:buClr>
                <a:schemeClr val="accent2">
                  <a:lumMod val="50000"/>
                </a:schemeClr>
              </a:buClr>
              <a:buFont typeface="Wingdings" panose="05000000000000000000" pitchFamily="2" charset="2"/>
              <a:buChar char="Ø"/>
            </a:pPr>
            <a:r>
              <a:rPr sz="1300" dirty="0">
                <a:solidFill>
                  <a:schemeClr val="accent2">
                    <a:lumMod val="50000"/>
                  </a:schemeClr>
                </a:solidFill>
                <a:latin typeface="Times New Roman" panose="02020603050405020304" pitchFamily="18" charset="0"/>
                <a:cs typeface="Times New Roman" panose="02020603050405020304" pitchFamily="18" charset="0"/>
              </a:rPr>
              <a:t>Template-Based &amp; Adaptive Drafting</a:t>
            </a:r>
          </a:p>
          <a:p>
            <a:pPr lvl="1">
              <a:buClr>
                <a:schemeClr val="accent2">
                  <a:lumMod val="50000"/>
                </a:schemeClr>
              </a:buClr>
              <a:buFont typeface="Wingdings" panose="05000000000000000000" pitchFamily="2" charset="2"/>
              <a:buChar char="Ø"/>
            </a:pPr>
            <a:r>
              <a:rPr sz="1300" dirty="0">
                <a:solidFill>
                  <a:schemeClr val="accent2">
                    <a:lumMod val="50000"/>
                  </a:schemeClr>
                </a:solidFill>
                <a:latin typeface="Times New Roman" panose="02020603050405020304" pitchFamily="18" charset="0"/>
                <a:cs typeface="Times New Roman" panose="02020603050405020304" pitchFamily="18" charset="0"/>
              </a:rPr>
              <a:t>Data Summarization &amp; Insight Extraction</a:t>
            </a:r>
          </a:p>
          <a:p>
            <a:pPr lvl="1">
              <a:buClr>
                <a:schemeClr val="accent2">
                  <a:lumMod val="50000"/>
                </a:schemeClr>
              </a:buClr>
              <a:buFont typeface="Wingdings" panose="05000000000000000000" pitchFamily="2" charset="2"/>
              <a:buChar char="Ø"/>
            </a:pPr>
            <a:r>
              <a:rPr lang="en-US" sz="1300" dirty="0">
                <a:solidFill>
                  <a:schemeClr val="accent2">
                    <a:lumMod val="50000"/>
                  </a:schemeClr>
                </a:solidFill>
                <a:latin typeface="Times New Roman" panose="02020603050405020304" pitchFamily="18" charset="0"/>
                <a:cs typeface="Times New Roman" panose="02020603050405020304" pitchFamily="18" charset="0"/>
              </a:rPr>
              <a:t>Multi-Format Output (PDF, DOCX, HTML)</a:t>
            </a:r>
            <a:endParaRPr sz="1300" dirty="0">
              <a:solidFill>
                <a:schemeClr val="accent2">
                  <a:lumMod val="50000"/>
                </a:schemeClr>
              </a:solidFill>
              <a:latin typeface="Times New Roman" panose="02020603050405020304" pitchFamily="18" charset="0"/>
              <a:cs typeface="Times New Roman" panose="02020603050405020304" pitchFamily="18" charset="0"/>
            </a:endParaRPr>
          </a:p>
          <a:p>
            <a:pPr lvl="1">
              <a:buClr>
                <a:schemeClr val="accent2">
                  <a:lumMod val="50000"/>
                </a:schemeClr>
              </a:buClr>
              <a:buFont typeface="Wingdings" panose="05000000000000000000" pitchFamily="2" charset="2"/>
              <a:buChar char="Ø"/>
            </a:pPr>
            <a:r>
              <a:rPr lang="en-US" sz="1300" dirty="0">
                <a:solidFill>
                  <a:schemeClr val="accent2">
                    <a:lumMod val="50000"/>
                  </a:schemeClr>
                </a:solidFill>
                <a:latin typeface="Times New Roman" panose="02020603050405020304" pitchFamily="18" charset="0"/>
                <a:cs typeface="Times New Roman" panose="02020603050405020304" pitchFamily="18" charset="0"/>
              </a:rPr>
              <a:t>Human-in-the-Loop Review &amp; Editing</a:t>
            </a:r>
          </a:p>
          <a:p>
            <a:pPr marL="230187" lvl="1" indent="0">
              <a:buClr>
                <a:schemeClr val="accent2">
                  <a:lumMod val="50000"/>
                </a:schemeClr>
              </a:buClr>
              <a:buNone/>
            </a:pPr>
            <a:endParaRPr lang="en-US" sz="1300" dirty="0">
              <a:solidFill>
                <a:schemeClr val="accent2">
                  <a:lumMod val="50000"/>
                </a:schemeClr>
              </a:solidFill>
              <a:latin typeface="Times New Roman" panose="02020603050405020304" pitchFamily="18" charset="0"/>
              <a:cs typeface="Times New Roman" panose="02020603050405020304" pitchFamily="18" charset="0"/>
            </a:endParaRPr>
          </a:p>
          <a:p>
            <a:pPr lvl="1">
              <a:buClr>
                <a:schemeClr val="accent2">
                  <a:lumMod val="50000"/>
                </a:schemeClr>
              </a:buClr>
              <a:buFont typeface="Wingdings" panose="05000000000000000000" pitchFamily="2" charset="2"/>
              <a:buChar char="Ø"/>
            </a:pPr>
            <a:r>
              <a:rPr lang="en-US" sz="1300" b="1" dirty="0">
                <a:solidFill>
                  <a:schemeClr val="accent2">
                    <a:lumMod val="50000"/>
                  </a:schemeClr>
                </a:solidFill>
                <a:latin typeface="Times New Roman" panose="02020603050405020304" pitchFamily="18" charset="0"/>
                <a:cs typeface="Times New Roman" panose="02020603050405020304" pitchFamily="18" charset="0"/>
              </a:rPr>
              <a:t>Applicable Domains:</a:t>
            </a:r>
          </a:p>
          <a:p>
            <a:pPr lvl="1">
              <a:buClr>
                <a:schemeClr val="accent2">
                  <a:lumMod val="50000"/>
                </a:schemeClr>
              </a:buClr>
              <a:buFont typeface="Wingdings" panose="05000000000000000000" pitchFamily="2" charset="2"/>
              <a:buChar char="Ø"/>
            </a:pPr>
            <a:r>
              <a:rPr lang="en-US" sz="1300" dirty="0">
                <a:solidFill>
                  <a:schemeClr val="accent2">
                    <a:lumMod val="50000"/>
                  </a:schemeClr>
                </a:solidFill>
                <a:latin typeface="Times New Roman" panose="02020603050405020304" pitchFamily="18" charset="0"/>
                <a:cs typeface="Times New Roman" panose="02020603050405020304" pitchFamily="18" charset="0"/>
              </a:rPr>
              <a:t>Business &amp; Financial Reporting</a:t>
            </a:r>
          </a:p>
          <a:p>
            <a:pPr lvl="1">
              <a:buClr>
                <a:schemeClr val="accent2">
                  <a:lumMod val="50000"/>
                </a:schemeClr>
              </a:buClr>
              <a:buFont typeface="Wingdings" panose="05000000000000000000" pitchFamily="2" charset="2"/>
              <a:buChar char="Ø"/>
            </a:pPr>
            <a:r>
              <a:rPr lang="en-US" sz="1300" dirty="0">
                <a:solidFill>
                  <a:schemeClr val="accent2">
                    <a:lumMod val="50000"/>
                  </a:schemeClr>
                </a:solidFill>
                <a:latin typeface="Times New Roman" panose="02020603050405020304" pitchFamily="18" charset="0"/>
                <a:cs typeface="Times New Roman" panose="02020603050405020304" pitchFamily="18" charset="0"/>
              </a:rPr>
              <a:t>Technical &amp; Compliance Documentation</a:t>
            </a:r>
          </a:p>
          <a:p>
            <a:pPr lvl="1">
              <a:buClr>
                <a:schemeClr val="accent2">
                  <a:lumMod val="50000"/>
                </a:schemeClr>
              </a:buClr>
              <a:buFont typeface="Wingdings" panose="05000000000000000000" pitchFamily="2" charset="2"/>
              <a:buChar char="Ø"/>
            </a:pPr>
            <a:r>
              <a:rPr lang="en-US" sz="1300" dirty="0" err="1">
                <a:solidFill>
                  <a:schemeClr val="accent2">
                    <a:lumMod val="50000"/>
                  </a:schemeClr>
                </a:solidFill>
                <a:latin typeface="Times New Roman" panose="02020603050405020304" pitchFamily="18" charset="0"/>
                <a:cs typeface="Times New Roman" panose="02020603050405020304" pitchFamily="18" charset="0"/>
              </a:rPr>
              <a:t>Research &amp; Academic Summaries</a:t>
            </a:r>
            <a:endParaRPr lang="en-US" sz="1300" dirty="0">
              <a:solidFill>
                <a:schemeClr val="accent2">
                  <a:lumMod val="50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76" y="633985"/>
            <a:ext cx="7462774" cy="780036"/>
          </a:xfrm>
        </p:spPr>
        <p:txBody>
          <a:bodyPr/>
          <a:lstStyle/>
          <a:p>
            <a:r>
              <a:rPr sz="4000" dirty="0">
                <a:solidFill>
                  <a:schemeClr val="accent2">
                    <a:lumMod val="50000"/>
                  </a:schemeClr>
                </a:solidFill>
                <a:latin typeface="Times New Roman" panose="02020603050405020304" pitchFamily="18" charset="0"/>
                <a:cs typeface="Times New Roman" panose="02020603050405020304" pitchFamily="18" charset="0"/>
              </a:rPr>
              <a:t>Objectives</a:t>
            </a:r>
          </a:p>
        </p:txBody>
      </p:sp>
      <p:sp>
        <p:nvSpPr>
          <p:cNvPr id="3" name="Content Placeholder 2"/>
          <p:cNvSpPr>
            <a:spLocks noGrp="1"/>
          </p:cNvSpPr>
          <p:nvPr>
            <p:ph idx="1"/>
          </p:nvPr>
        </p:nvSpPr>
        <p:spPr>
          <a:xfrm>
            <a:off x="426720" y="1477797"/>
            <a:ext cx="7682230" cy="4228060"/>
          </a:xfrm>
        </p:spPr>
        <p:txBody>
          <a:bodyPr/>
          <a:lstStyle/>
          <a:p>
            <a:pPr marL="0" indent="0" algn="l">
              <a:buNone/>
            </a:pPr>
            <a:r>
              <a:rPr lang="en-US" sz="2000" b="0" i="0" dirty="0">
                <a:solidFill>
                  <a:srgbClr val="0D0D0D"/>
                </a:solidFill>
                <a:effectLst/>
                <a:latin typeface="Times New Roman" panose="02020603050405020304" pitchFamily="18" charset="0"/>
                <a:cs typeface="Times New Roman" panose="02020603050405020304" pitchFamily="18" charset="0"/>
              </a:rPr>
              <a:t>• Reduce manual effort in drafting reports and documentation</a:t>
            </a:r>
          </a:p>
          <a:p>
            <a:pPr marL="0" indent="0" algn="l">
              <a:buNone/>
            </a:pPr>
            <a:r>
              <a:rPr lang="en-US" sz="2000" b="0" i="0" dirty="0">
                <a:solidFill>
                  <a:srgbClr val="0D0D0D"/>
                </a:solidFill>
                <a:effectLst/>
                <a:latin typeface="Times New Roman" panose="02020603050405020304" pitchFamily="18" charset="0"/>
                <a:cs typeface="Times New Roman" panose="02020603050405020304" pitchFamily="18" charset="0"/>
              </a:rPr>
              <a:t>• Leverage LLMs for context-aware natural language generation</a:t>
            </a:r>
          </a:p>
          <a:p>
            <a:pPr marL="0" indent="0" algn="l">
              <a:buNone/>
            </a:pPr>
            <a:r>
              <a:rPr lang="en-US" sz="2000" b="0" i="0" dirty="0">
                <a:solidFill>
                  <a:srgbClr val="0D0D0D"/>
                </a:solidFill>
                <a:effectLst/>
                <a:latin typeface="Times New Roman" panose="02020603050405020304" pitchFamily="18" charset="0"/>
                <a:cs typeface="Times New Roman" panose="02020603050405020304" pitchFamily="18" charset="0"/>
              </a:rPr>
              <a:t>• Ensure factual accuracy through retrieval-augmented generation (RAG)</a:t>
            </a:r>
          </a:p>
          <a:p>
            <a:pPr marL="0" indent="0" algn="l">
              <a:buNone/>
            </a:pPr>
            <a:r>
              <a:rPr lang="en-US" sz="2000" b="0" i="0" dirty="0">
                <a:solidFill>
                  <a:srgbClr val="0D0D0D"/>
                </a:solidFill>
                <a:effectLst/>
                <a:latin typeface="Times New Roman" panose="02020603050405020304" pitchFamily="18" charset="0"/>
                <a:cs typeface="Times New Roman" panose="02020603050405020304" pitchFamily="18" charset="0"/>
              </a:rPr>
              <a:t>• Support multiple output formats and document templates</a:t>
            </a:r>
          </a:p>
          <a:p>
            <a:pPr marL="0" indent="0" algn="l">
              <a:buNone/>
            </a:pPr>
            <a:r>
              <a:rPr lang="en-US" sz="2000" b="0" i="0" dirty="0">
                <a:solidFill>
                  <a:srgbClr val="0D0D0D"/>
                </a:solidFill>
                <a:effectLst/>
                <a:latin typeface="Times New Roman" panose="02020603050405020304" pitchFamily="18" charset="0"/>
                <a:cs typeface="Times New Roman" panose="02020603050405020304" pitchFamily="18" charset="0"/>
              </a:rPr>
              <a:t>• Enable human review, editing, and approval workflows</a:t>
            </a:r>
          </a:p>
          <a:p>
            <a:pPr marL="0" indent="0" algn="l">
              <a:buNone/>
            </a:pPr>
            <a:r>
              <a:rPr lang="en-US" sz="2000" b="0" i="0" dirty="0">
                <a:solidFill>
                  <a:srgbClr val="0D0D0D"/>
                </a:solidFill>
                <a:effectLst/>
                <a:latin typeface="Times New Roman" panose="02020603050405020304" pitchFamily="18" charset="0"/>
                <a:cs typeface="Times New Roman" panose="02020603050405020304" pitchFamily="18" charset="0"/>
              </a:rPr>
              <a:t>• Improve consistency, turnaround time, and scalability of reporting</a:t>
            </a:r>
          </a:p>
          <a:p>
            <a:pPr>
              <a:buClr>
                <a:schemeClr val="accent1">
                  <a:lumMod val="50000"/>
                </a:schemeClr>
              </a:buClr>
            </a:pPr>
            <a:endParaRPr sz="2500" dirty="0">
              <a:solidFill>
                <a:schemeClr val="accent2">
                  <a:lumMod val="50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6638" y="844633"/>
            <a:ext cx="7072312" cy="503984"/>
          </a:xfrm>
        </p:spPr>
        <p:txBody>
          <a:bodyPr/>
          <a:lstStyle/>
          <a:p>
            <a:r>
              <a:rPr sz="3500" dirty="0">
                <a:solidFill>
                  <a:schemeClr val="accent2">
                    <a:lumMod val="50000"/>
                  </a:schemeClr>
                </a:solidFill>
                <a:latin typeface="Times New Roman" panose="02020603050405020304" pitchFamily="18" charset="0"/>
                <a:cs typeface="Times New Roman" panose="02020603050405020304" pitchFamily="18" charset="0"/>
              </a:rPr>
              <a:t>Problem Statement &amp; Objective</a:t>
            </a:r>
          </a:p>
        </p:txBody>
      </p:sp>
      <p:sp>
        <p:nvSpPr>
          <p:cNvPr id="3" name="Content Placeholder 2"/>
          <p:cNvSpPr>
            <a:spLocks noGrp="1"/>
          </p:cNvSpPr>
          <p:nvPr>
            <p:ph idx="1"/>
          </p:nvPr>
        </p:nvSpPr>
        <p:spPr>
          <a:xfrm>
            <a:off x="402336" y="1477796"/>
            <a:ext cx="7706614" cy="4776699"/>
          </a:xfrm>
        </p:spPr>
        <p:txBody>
          <a:bodyPr/>
          <a:lstStyle/>
          <a:p>
            <a:pPr marL="0" indent="0">
              <a:buClr>
                <a:schemeClr val="accent2">
                  <a:lumMod val="50000"/>
                </a:schemeClr>
              </a:buClr>
              <a:buNone/>
            </a:pPr>
            <a:r>
              <a:rPr b="1" dirty="0">
                <a:solidFill>
                  <a:schemeClr val="accent2">
                    <a:lumMod val="50000"/>
                  </a:schemeClr>
                </a:solidFill>
                <a:latin typeface="Times New Roman" panose="02020603050405020304" pitchFamily="18" charset="0"/>
                <a:cs typeface="Times New Roman" panose="02020603050405020304" pitchFamily="18" charset="0"/>
              </a:rPr>
              <a:t>Problem Statement: </a:t>
            </a:r>
          </a:p>
          <a:p>
            <a:pPr marL="0" indent="0">
              <a:buClr>
                <a:schemeClr val="accent2">
                  <a:lumMod val="50000"/>
                </a:schemeClr>
              </a:buClr>
              <a:buNone/>
            </a:pPr>
            <a:r>
              <a:rPr lang="en-US" b="0" i="0" dirty="0">
                <a:solidFill>
                  <a:srgbClr val="0D0D0D"/>
                </a:solidFill>
                <a:effectLst/>
                <a:latin typeface="Times New Roman" panose="02020603050405020304" pitchFamily="18" charset="0"/>
                <a:cs typeface="Times New Roman" panose="02020603050405020304" pitchFamily="18" charset="0"/>
              </a:rPr>
              <a:t>Manually writing reports, technical documents, and compliance records is time-consuming, error-prone, and difficult to scale. Subject-matter experts spend significant hours converting raw data, logs, and notes into polished, structured documents, leading to delays, inconsistent formatting, and a high risk of human error in critical reporting workflows.</a:t>
            </a:r>
          </a:p>
          <a:p>
            <a:pPr marL="0" indent="0">
              <a:buClr>
                <a:schemeClr val="accent2">
                  <a:lumMod val="50000"/>
                </a:schemeClr>
              </a:buClr>
              <a:buNone/>
            </a:pPr>
            <a:r>
              <a:rPr lang="en-US" b="1" dirty="0">
                <a:solidFill>
                  <a:schemeClr val="accent2">
                    <a:lumMod val="50000"/>
                  </a:schemeClr>
                </a:solidFill>
                <a:latin typeface="Times New Roman" panose="02020603050405020304" pitchFamily="18" charset="0"/>
                <a:cs typeface="Times New Roman" panose="02020603050405020304" pitchFamily="18" charset="0"/>
              </a:rPr>
              <a:t>Objective:</a:t>
            </a:r>
          </a:p>
          <a:p>
            <a:pPr marL="0" indent="0">
              <a:buClr>
                <a:schemeClr val="accent2">
                  <a:lumMod val="50000"/>
                </a:schemeClr>
              </a:buClr>
              <a:buNone/>
            </a:pPr>
            <a:r>
              <a:rPr lang="en-US" i="0" dirty="0">
                <a:solidFill>
                  <a:srgbClr val="0D0D0D"/>
                </a:solidFill>
                <a:effectLst/>
                <a:latin typeface="Times New Roman" panose="02020603050405020304" pitchFamily="18" charset="0"/>
                <a:cs typeface="Times New Roman" panose="02020603050405020304" pitchFamily="18" charset="0"/>
              </a:rPr>
              <a:t>The objective for this task is </a:t>
            </a:r>
            <a:r>
              <a:rPr lang="en-US" b="0" i="0" dirty="0">
                <a:solidFill>
                  <a:srgbClr val="0D0D0D"/>
                </a:solidFill>
                <a:effectLst/>
                <a:latin typeface="Times New Roman" panose="02020603050405020304" pitchFamily="18" charset="0"/>
                <a:cs typeface="Times New Roman" panose="02020603050405020304" pitchFamily="18" charset="0"/>
              </a:rPr>
              <a:t>to design a generative AI system that automatically drafts accurate, well-structured reports and documentation from structured and unstructured inputs, reducing manual effort while preserving factual correctness, organizational tone, and compliance requirements through human-in-the-loop review.</a:t>
            </a:r>
            <a:endParaRPr lang="en-US" b="1" dirty="0">
              <a:solidFill>
                <a:schemeClr val="accent2">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85732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6638" y="844633"/>
            <a:ext cx="7072312" cy="503984"/>
          </a:xfrm>
        </p:spPr>
        <p:txBody>
          <a:bodyPr/>
          <a:lstStyle/>
          <a:p>
            <a:r>
              <a:rPr sz="3500" dirty="0">
                <a:solidFill>
                  <a:schemeClr val="accent2">
                    <a:lumMod val="50000"/>
                  </a:schemeClr>
                </a:solidFill>
                <a:latin typeface="Times New Roman" panose="02020603050405020304" pitchFamily="18" charset="0"/>
                <a:cs typeface="Times New Roman" panose="02020603050405020304" pitchFamily="18" charset="0"/>
              </a:rPr>
              <a:t>Core Technologies &amp; Approach</a:t>
            </a:r>
          </a:p>
        </p:txBody>
      </p:sp>
      <p:sp>
        <p:nvSpPr>
          <p:cNvPr id="3" name="Content Placeholder 2"/>
          <p:cNvSpPr>
            <a:spLocks noGrp="1"/>
          </p:cNvSpPr>
          <p:nvPr>
            <p:ph idx="1"/>
          </p:nvPr>
        </p:nvSpPr>
        <p:spPr>
          <a:xfrm>
            <a:off x="402336" y="1477796"/>
            <a:ext cx="7706614" cy="4776699"/>
          </a:xfrm>
        </p:spPr>
        <p:txBody>
          <a:bodyPr/>
          <a:lstStyle/>
          <a:p>
            <a:pPr marL="0" indent="0">
              <a:buClr>
                <a:schemeClr val="accent2">
                  <a:lumMod val="50000"/>
                </a:schemeClr>
              </a:buClr>
              <a:buNone/>
            </a:pPr>
            <a:r>
              <a:rPr lang="en-US" b="1" dirty="0">
                <a:solidFill>
                  <a:schemeClr val="accent2">
                    <a:lumMod val="50000"/>
                  </a:schemeClr>
                </a:solidFill>
                <a:latin typeface="Times New Roman" panose="02020603050405020304" pitchFamily="18" charset="0"/>
                <a:cs typeface="Times New Roman" panose="02020603050405020304" pitchFamily="18" charset="0"/>
              </a:rPr>
              <a:t>Tech Stack:</a:t>
            </a:r>
          </a:p>
          <a:p>
            <a:pPr marL="0" indent="0" algn="l">
              <a:buNone/>
            </a:pPr>
            <a:r>
              <a:rPr lang="nl-NL" b="0" i="0" dirty="0">
                <a:solidFill>
                  <a:schemeClr val="accent2">
                    <a:lumMod val="50000"/>
                  </a:schemeClr>
                </a:solidFill>
                <a:effectLst/>
                <a:latin typeface="Times New Roman" panose="02020603050405020304" pitchFamily="18" charset="0"/>
                <a:cs typeface="Times New Roman" panose="02020603050405020304" pitchFamily="18" charset="0"/>
              </a:rPr>
              <a:t>• Large Language Models (GPT, Llama, Claude)</a:t>
            </a:r>
          </a:p>
          <a:p>
            <a:pPr marL="0" indent="0" algn="l">
              <a:buNone/>
            </a:pPr>
            <a:r>
              <a:rPr lang="nl-NL" b="0" i="0" dirty="0">
                <a:solidFill>
                  <a:schemeClr val="accent2">
                    <a:lumMod val="50000"/>
                  </a:schemeClr>
                </a:solidFill>
                <a:effectLst/>
                <a:latin typeface="Times New Roman" panose="02020603050405020304" pitchFamily="18" charset="0"/>
                <a:cs typeface="Times New Roman" panose="02020603050405020304" pitchFamily="18" charset="0"/>
              </a:rPr>
              <a:t>• LangChain / LlamaIndex for orchestration</a:t>
            </a:r>
          </a:p>
          <a:p>
            <a:pPr marL="0" indent="0" algn="l">
              <a:buNone/>
            </a:pPr>
            <a:r>
              <a:rPr lang="nl-NL" b="0" i="0" dirty="0">
                <a:solidFill>
                  <a:schemeClr val="accent2">
                    <a:lumMod val="50000"/>
                  </a:schemeClr>
                </a:solidFill>
                <a:effectLst/>
                <a:latin typeface="Times New Roman" panose="02020603050405020304" pitchFamily="18" charset="0"/>
                <a:cs typeface="Times New Roman" panose="02020603050405020304" pitchFamily="18" charset="0"/>
              </a:rPr>
              <a:t>• Vector Databases (Pinecone, FAISS, Chroma)</a:t>
            </a:r>
          </a:p>
          <a:p>
            <a:pPr marL="0" indent="0" algn="l">
              <a:buNone/>
            </a:pPr>
            <a:r>
              <a:rPr lang="nl-NL" b="0" i="0" dirty="0">
                <a:solidFill>
                  <a:schemeClr val="accent2">
                    <a:lumMod val="50000"/>
                  </a:schemeClr>
                </a:solidFill>
                <a:effectLst/>
                <a:latin typeface="Times New Roman" panose="02020603050405020304" pitchFamily="18" charset="0"/>
                <a:cs typeface="Times New Roman" panose="02020603050405020304" pitchFamily="18" charset="0"/>
              </a:rPr>
              <a:t>• Python, FastAPI, REST APIs</a:t>
            </a:r>
          </a:p>
          <a:p>
            <a:pPr marL="0" indent="0" algn="l">
              <a:buNone/>
            </a:pPr>
            <a:r>
              <a:rPr lang="en-US" b="1" i="0" dirty="0">
                <a:solidFill>
                  <a:schemeClr val="accent2">
                    <a:lumMod val="50000"/>
                  </a:schemeClr>
                </a:solidFill>
                <a:effectLst/>
                <a:latin typeface="Times New Roman" panose="02020603050405020304" pitchFamily="18" charset="0"/>
                <a:cs typeface="Times New Roman" panose="02020603050405020304" pitchFamily="18" charset="0"/>
              </a:rPr>
              <a:t>System Approach</a:t>
            </a:r>
          </a:p>
          <a:p>
            <a:pPr marL="0" indent="0" algn="l">
              <a:buNone/>
            </a:pPr>
            <a:r>
              <a:rPr lang="en-US" b="0" i="0" dirty="0">
                <a:solidFill>
                  <a:srgbClr val="0D0D0D"/>
                </a:solidFill>
                <a:effectLst/>
                <a:latin typeface="Times New Roman" panose="02020603050405020304" pitchFamily="18" charset="0"/>
                <a:cs typeface="Times New Roman" panose="02020603050405020304" pitchFamily="18" charset="0"/>
              </a:rPr>
              <a:t>• Retrieval-Augmented Generation (RAG) pipeline</a:t>
            </a:r>
          </a:p>
          <a:p>
            <a:pPr marL="0" indent="0" algn="l">
              <a:buNone/>
            </a:pPr>
            <a:r>
              <a:rPr lang="en-US" b="0" i="0" dirty="0">
                <a:solidFill>
                  <a:srgbClr val="0D0D0D"/>
                </a:solidFill>
                <a:effectLst/>
                <a:latin typeface="Times New Roman" panose="02020603050405020304" pitchFamily="18" charset="0"/>
                <a:cs typeface="Times New Roman" panose="02020603050405020304" pitchFamily="18" charset="0"/>
              </a:rPr>
              <a:t>• Prompt engineering &amp; structured output templates</a:t>
            </a:r>
          </a:p>
          <a:p>
            <a:pPr marL="0" indent="0" algn="l">
              <a:buNone/>
            </a:pPr>
            <a:r>
              <a:rPr lang="en-US" b="0" i="0" dirty="0">
                <a:solidFill>
                  <a:srgbClr val="0D0D0D"/>
                </a:solidFill>
                <a:effectLst/>
                <a:latin typeface="Times New Roman" panose="02020603050405020304" pitchFamily="18" charset="0"/>
                <a:cs typeface="Times New Roman" panose="02020603050405020304" pitchFamily="18" charset="0"/>
              </a:rPr>
              <a:t>• Document parsing from logs, databases, and forms</a:t>
            </a:r>
          </a:p>
          <a:p>
            <a:pPr marL="0" indent="0" algn="l">
              <a:buNone/>
            </a:pPr>
            <a:r>
              <a:rPr lang="en-US" b="0" i="0" dirty="0">
                <a:solidFill>
                  <a:srgbClr val="0D0D0D"/>
                </a:solidFill>
                <a:effectLst/>
                <a:latin typeface="Times New Roman" panose="02020603050405020304" pitchFamily="18" charset="0"/>
                <a:cs typeface="Times New Roman" panose="02020603050405020304" pitchFamily="18" charset="0"/>
              </a:rPr>
              <a:t>• Automated export to PDF, DOCX, and HTML</a:t>
            </a:r>
          </a:p>
          <a:p>
            <a:pPr marL="0" indent="0">
              <a:buClr>
                <a:schemeClr val="accent2">
                  <a:lumMod val="50000"/>
                </a:schemeClr>
              </a:buClr>
              <a:buNone/>
            </a:pPr>
            <a:endParaRPr lang="en-US" dirty="0">
              <a:solidFill>
                <a:schemeClr val="accent2">
                  <a:lumMod val="50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3024" y="646176"/>
            <a:ext cx="7535926" cy="569387"/>
          </a:xfrm>
        </p:spPr>
        <p:txBody>
          <a:bodyPr/>
          <a:lstStyle/>
          <a:p>
            <a:r>
              <a:rPr sz="4000" dirty="0" err="1">
                <a:solidFill>
                  <a:schemeClr val="accent2">
                    <a:lumMod val="50000"/>
                  </a:schemeClr>
                </a:solidFill>
                <a:latin typeface="Times New Roman" panose="02020603050405020304" pitchFamily="18" charset="0"/>
                <a:cs typeface="Times New Roman" panose="02020603050405020304" pitchFamily="18" charset="0"/>
              </a:rPr>
              <a:t>System Architecture</a:t>
            </a:r>
            <a:endParaRPr sz="4000" dirty="0">
              <a:solidFill>
                <a:schemeClr val="accent2">
                  <a:lumMod val="50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07264" y="1477796"/>
            <a:ext cx="8668512" cy="5044924"/>
          </a:xfrm>
        </p:spPr>
        <p:txBody>
          <a:bodyPr/>
          <a:lstStyle/>
          <a:p>
            <a:pPr marL="0" indent="0" algn="l">
              <a:buNone/>
            </a:pPr>
            <a:r>
              <a:rPr lang="en-IN" sz="2000" b="1" i="0" dirty="0">
                <a:solidFill>
                  <a:srgbClr val="0D0D0D"/>
                </a:solidFill>
                <a:effectLst/>
                <a:latin typeface="Times New Roman" panose="02020603050405020304" pitchFamily="18" charset="0"/>
                <a:cs typeface="Times New Roman" panose="02020603050405020304" pitchFamily="18" charset="0"/>
              </a:rPr>
              <a:t>System Architecture</a:t>
            </a:r>
          </a:p>
          <a:p>
            <a:pPr marL="0" indent="0" algn="l">
              <a:buNone/>
            </a:pPr>
            <a:r>
              <a:rPr lang="en-IN" sz="1300" b="1" i="0" dirty="0">
                <a:solidFill>
                  <a:srgbClr val="0D0D0D"/>
                </a:solidFill>
                <a:effectLst/>
                <a:latin typeface="Times New Roman" panose="02020603050405020304" pitchFamily="18" charset="0"/>
                <a:cs typeface="Times New Roman" panose="02020603050405020304" pitchFamily="18" charset="0"/>
              </a:rPr>
              <a:t>	Input Sources (Data, Logs, Notes)</a:t>
            </a:r>
            <a:br>
              <a:rPr lang="en-IN" sz="1300" b="1" i="0" dirty="0">
                <a:solidFill>
                  <a:srgbClr val="0D0D0D"/>
                </a:solidFill>
                <a:effectLst/>
                <a:latin typeface="Times New Roman" panose="02020603050405020304" pitchFamily="18" charset="0"/>
                <a:cs typeface="Times New Roman" panose="02020603050405020304" pitchFamily="18" charset="0"/>
              </a:rPr>
            </a:br>
            <a:r>
              <a:rPr lang="en-IN" sz="1300" b="1" i="0" dirty="0">
                <a:solidFill>
                  <a:srgbClr val="0D0D0D"/>
                </a:solidFill>
                <a:effectLst/>
                <a:latin typeface="Times New Roman" panose="02020603050405020304" pitchFamily="18" charset="0"/>
                <a:cs typeface="Times New Roman" panose="02020603050405020304" pitchFamily="18" charset="0"/>
              </a:rPr>
              <a:t>	   ↓</a:t>
            </a:r>
            <a:br>
              <a:rPr lang="en-IN" sz="1300" b="1" i="0" dirty="0">
                <a:solidFill>
                  <a:srgbClr val="0D0D0D"/>
                </a:solidFill>
                <a:effectLst/>
                <a:latin typeface="Times New Roman" panose="02020603050405020304" pitchFamily="18" charset="0"/>
                <a:cs typeface="Times New Roman" panose="02020603050405020304" pitchFamily="18" charset="0"/>
              </a:rPr>
            </a:br>
            <a:r>
              <a:rPr lang="en-IN" sz="1300" b="1" i="0" dirty="0">
                <a:solidFill>
                  <a:srgbClr val="0D0D0D"/>
                </a:solidFill>
                <a:effectLst/>
                <a:latin typeface="Times New Roman" panose="02020603050405020304" pitchFamily="18" charset="0"/>
                <a:cs typeface="Times New Roman" panose="02020603050405020304" pitchFamily="18" charset="0"/>
              </a:rPr>
              <a:t>	Document Parsing &amp; Preprocessing</a:t>
            </a:r>
            <a:br>
              <a:rPr lang="en-IN" sz="1300" b="1" i="0" dirty="0">
                <a:solidFill>
                  <a:srgbClr val="0D0D0D"/>
                </a:solidFill>
                <a:effectLst/>
                <a:latin typeface="Times New Roman" panose="02020603050405020304" pitchFamily="18" charset="0"/>
                <a:cs typeface="Times New Roman" panose="02020603050405020304" pitchFamily="18" charset="0"/>
              </a:rPr>
            </a:br>
            <a:r>
              <a:rPr lang="en-IN" sz="1300" b="1" i="0" dirty="0">
                <a:solidFill>
                  <a:srgbClr val="0D0D0D"/>
                </a:solidFill>
                <a:effectLst/>
                <a:latin typeface="Times New Roman" panose="02020603050405020304" pitchFamily="18" charset="0"/>
                <a:cs typeface="Times New Roman" panose="02020603050405020304" pitchFamily="18" charset="0"/>
              </a:rPr>
              <a:t>	   ↓</a:t>
            </a:r>
            <a:br>
              <a:rPr lang="en-IN" sz="1300" b="1" i="0" dirty="0">
                <a:solidFill>
                  <a:srgbClr val="0D0D0D"/>
                </a:solidFill>
                <a:effectLst/>
                <a:latin typeface="Times New Roman" panose="02020603050405020304" pitchFamily="18" charset="0"/>
                <a:cs typeface="Times New Roman" panose="02020603050405020304" pitchFamily="18" charset="0"/>
              </a:rPr>
            </a:br>
            <a:r>
              <a:rPr lang="en-IN" sz="1300" b="1" i="0" dirty="0">
                <a:solidFill>
                  <a:srgbClr val="0D0D0D"/>
                </a:solidFill>
                <a:effectLst/>
                <a:latin typeface="Times New Roman" panose="02020603050405020304" pitchFamily="18" charset="0"/>
                <a:cs typeface="Times New Roman" panose="02020603050405020304" pitchFamily="18" charset="0"/>
              </a:rPr>
              <a:t>	Retrieval-Augmented Generation (RAG)</a:t>
            </a:r>
            <a:br>
              <a:rPr lang="en-IN" sz="1300" b="1" i="0" dirty="0">
                <a:solidFill>
                  <a:srgbClr val="0D0D0D"/>
                </a:solidFill>
                <a:effectLst/>
                <a:latin typeface="Times New Roman" panose="02020603050405020304" pitchFamily="18" charset="0"/>
                <a:cs typeface="Times New Roman" panose="02020603050405020304" pitchFamily="18" charset="0"/>
              </a:rPr>
            </a:br>
            <a:r>
              <a:rPr lang="en-IN" sz="1300" b="1" i="0" dirty="0">
                <a:solidFill>
                  <a:srgbClr val="0D0D0D"/>
                </a:solidFill>
                <a:effectLst/>
                <a:latin typeface="Times New Roman" panose="02020603050405020304" pitchFamily="18" charset="0"/>
                <a:cs typeface="Times New Roman" panose="02020603050405020304" pitchFamily="18" charset="0"/>
              </a:rPr>
              <a:t>	   ↓</a:t>
            </a:r>
            <a:br>
              <a:rPr lang="en-IN" sz="1300" b="1" i="0" dirty="0">
                <a:solidFill>
                  <a:srgbClr val="0D0D0D"/>
                </a:solidFill>
                <a:effectLst/>
                <a:latin typeface="Times New Roman" panose="02020603050405020304" pitchFamily="18" charset="0"/>
                <a:cs typeface="Times New Roman" panose="02020603050405020304" pitchFamily="18" charset="0"/>
              </a:rPr>
            </a:br>
            <a:r>
              <a:rPr lang="en-IN" sz="1300" b="1" i="0" dirty="0">
                <a:solidFill>
                  <a:srgbClr val="0D0D0D"/>
                </a:solidFill>
                <a:effectLst/>
                <a:latin typeface="Times New Roman" panose="02020603050405020304" pitchFamily="18" charset="0"/>
                <a:cs typeface="Times New Roman" panose="02020603050405020304" pitchFamily="18" charset="0"/>
              </a:rPr>
              <a:t>	</a:t>
            </a:r>
            <a:r>
              <a:rPr lang="en-IN" sz="1300" b="1" i="0" dirty="0" err="1">
                <a:solidFill>
                  <a:srgbClr val="0D0D0D"/>
                </a:solidFill>
                <a:effectLst/>
                <a:latin typeface="Times New Roman" panose="02020603050405020304" pitchFamily="18" charset="0"/>
                <a:cs typeface="Times New Roman" panose="02020603050405020304" pitchFamily="18" charset="0"/>
              </a:rPr>
              <a:t>LLM</a:t>
            </a:r>
            <a:r>
              <a:rPr lang="en-IN" sz="1300" b="1" i="0" dirty="0">
                <a:solidFill>
                  <a:srgbClr val="0D0D0D"/>
                </a:solidFill>
                <a:effectLst/>
                <a:latin typeface="Times New Roman" panose="02020603050405020304" pitchFamily="18" charset="0"/>
                <a:cs typeface="Times New Roman" panose="02020603050405020304" pitchFamily="18" charset="0"/>
              </a:rPr>
              <a:t> Drafting Engine</a:t>
            </a:r>
            <a:br>
              <a:rPr lang="en-IN" sz="1300" b="1" i="0" dirty="0">
                <a:solidFill>
                  <a:srgbClr val="0D0D0D"/>
                </a:solidFill>
                <a:effectLst/>
                <a:latin typeface="Times New Roman" panose="02020603050405020304" pitchFamily="18" charset="0"/>
                <a:cs typeface="Times New Roman" panose="02020603050405020304" pitchFamily="18" charset="0"/>
              </a:rPr>
            </a:br>
            <a:r>
              <a:rPr lang="en-IN" sz="1300" b="1" i="0" dirty="0">
                <a:solidFill>
                  <a:srgbClr val="0D0D0D"/>
                </a:solidFill>
                <a:effectLst/>
                <a:latin typeface="Times New Roman" panose="02020603050405020304" pitchFamily="18" charset="0"/>
                <a:cs typeface="Times New Roman" panose="02020603050405020304" pitchFamily="18" charset="0"/>
              </a:rPr>
              <a:t>	   ↓</a:t>
            </a:r>
            <a:br>
              <a:rPr lang="en-IN" sz="1300" b="1" i="0" dirty="0">
                <a:solidFill>
                  <a:srgbClr val="0D0D0D"/>
                </a:solidFill>
                <a:effectLst/>
                <a:latin typeface="Times New Roman" panose="02020603050405020304" pitchFamily="18" charset="0"/>
                <a:cs typeface="Times New Roman" panose="02020603050405020304" pitchFamily="18" charset="0"/>
              </a:rPr>
            </a:br>
            <a:r>
              <a:rPr lang="en-IN" sz="1300" b="1" i="0" dirty="0">
                <a:solidFill>
                  <a:srgbClr val="0D0D0D"/>
                </a:solidFill>
                <a:effectLst/>
                <a:latin typeface="Times New Roman" panose="02020603050405020304" pitchFamily="18" charset="0"/>
                <a:cs typeface="Times New Roman" panose="02020603050405020304" pitchFamily="18" charset="0"/>
              </a:rPr>
              <a:t>	Human-in-the-Loop Review</a:t>
            </a:r>
            <a:br>
              <a:rPr lang="en-IN" sz="1300" b="1" i="0" dirty="0">
                <a:solidFill>
                  <a:srgbClr val="0D0D0D"/>
                </a:solidFill>
                <a:effectLst/>
                <a:latin typeface="Times New Roman" panose="02020603050405020304" pitchFamily="18" charset="0"/>
                <a:cs typeface="Times New Roman" panose="02020603050405020304" pitchFamily="18" charset="0"/>
              </a:rPr>
            </a:br>
            <a:r>
              <a:rPr lang="en-IN" sz="1300" b="1" i="0" dirty="0">
                <a:solidFill>
                  <a:srgbClr val="0D0D0D"/>
                </a:solidFill>
                <a:effectLst/>
                <a:latin typeface="Times New Roman" panose="02020603050405020304" pitchFamily="18" charset="0"/>
                <a:cs typeface="Times New Roman" panose="02020603050405020304" pitchFamily="18" charset="0"/>
              </a:rPr>
              <a:t>	   ↓</a:t>
            </a:r>
            <a:br>
              <a:rPr lang="en-IN" sz="1300" b="1" i="0" dirty="0">
                <a:solidFill>
                  <a:srgbClr val="0D0D0D"/>
                </a:solidFill>
                <a:effectLst/>
                <a:latin typeface="Times New Roman" panose="02020603050405020304" pitchFamily="18" charset="0"/>
                <a:cs typeface="Times New Roman" panose="02020603050405020304" pitchFamily="18" charset="0"/>
              </a:rPr>
            </a:br>
            <a:r>
              <a:rPr lang="en-IN" sz="1300" b="1" i="0" dirty="0">
                <a:solidFill>
                  <a:srgbClr val="0D0D0D"/>
                </a:solidFill>
                <a:effectLst/>
                <a:latin typeface="Times New Roman" panose="02020603050405020304" pitchFamily="18" charset="0"/>
                <a:cs typeface="Times New Roman" panose="02020603050405020304" pitchFamily="18" charset="0"/>
              </a:rPr>
              <a:t>	Final Report (PDF / DOCX / HTML)</a:t>
            </a:r>
          </a:p>
          <a:p>
            <a:pPr marL="0" indent="0" algn="l">
              <a:buNone/>
            </a:pPr>
            <a:r>
              <a:rPr lang="en-IN" sz="1600" b="1" i="0" dirty="0">
                <a:solidFill>
                  <a:srgbClr val="0D0D0D"/>
                </a:solidFill>
                <a:effectLst/>
                <a:latin typeface="-apple-system-body"/>
              </a:rPr>
              <a:t>Pipeline Stages</a:t>
            </a:r>
          </a:p>
          <a:p>
            <a:pPr marL="0" indent="0" algn="l">
              <a:buNone/>
            </a:pPr>
            <a:r>
              <a:rPr lang="en-IN" sz="1400" b="0" i="0" dirty="0">
                <a:solidFill>
                  <a:srgbClr val="0D0D0D"/>
                </a:solidFill>
                <a:effectLst/>
                <a:latin typeface="-apple-system-body"/>
              </a:rPr>
              <a:t>• Ingest structured &amp; unstructured data</a:t>
            </a:r>
          </a:p>
          <a:p>
            <a:pPr marL="0" indent="0" algn="l">
              <a:buNone/>
            </a:pPr>
            <a:r>
              <a:rPr lang="en-IN" sz="1400" b="0" i="0" dirty="0">
                <a:solidFill>
                  <a:srgbClr val="0D0D0D"/>
                </a:solidFill>
                <a:effectLst/>
                <a:latin typeface="-apple-system-body"/>
              </a:rPr>
              <a:t>• Retrieve relevant context via vector search</a:t>
            </a:r>
          </a:p>
          <a:p>
            <a:pPr marL="0" indent="0" algn="l">
              <a:buNone/>
            </a:pPr>
            <a:r>
              <a:rPr lang="en-IN" sz="1400" b="0" i="0" dirty="0">
                <a:solidFill>
                  <a:srgbClr val="0D0D0D"/>
                </a:solidFill>
                <a:effectLst/>
                <a:latin typeface="-apple-system-body"/>
              </a:rPr>
              <a:t>• Generate draft using prompt templates</a:t>
            </a:r>
          </a:p>
          <a:p>
            <a:pPr marL="0" indent="0" algn="l">
              <a:buNone/>
            </a:pPr>
            <a:r>
              <a:rPr lang="en-IN" sz="1400" b="0" i="0" dirty="0">
                <a:solidFill>
                  <a:srgbClr val="0D0D0D"/>
                </a:solidFill>
                <a:effectLst/>
                <a:latin typeface="-apple-system-body"/>
              </a:rPr>
              <a:t>• Validate, edit, and approve before export</a:t>
            </a:r>
          </a:p>
          <a:p>
            <a:pPr marL="0" indent="0">
              <a:buNone/>
            </a:pPr>
            <a:endParaRPr dirty="0"/>
          </a:p>
        </p:txBody>
      </p:sp>
    </p:spTree>
    <p:extLst>
      <p:ext uri="{BB962C8B-B14F-4D97-AF65-F5344CB8AC3E}">
        <p14:creationId xmlns:p14="http://schemas.microsoft.com/office/powerpoint/2010/main" val="11891017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36448"/>
            <a:ext cx="7499350" cy="438582"/>
          </a:xfrm>
        </p:spPr>
        <p:txBody>
          <a:bodyPr/>
          <a:lstStyle/>
          <a:p>
            <a:r>
              <a:rPr dirty="0">
                <a:solidFill>
                  <a:schemeClr val="accent2">
                    <a:lumMod val="50000"/>
                  </a:schemeClr>
                </a:solidFill>
                <a:latin typeface="Times New Roman" panose="02020603050405020304" pitchFamily="18" charset="0"/>
                <a:cs typeface="Times New Roman" panose="02020603050405020304" pitchFamily="18" charset="0"/>
              </a:rPr>
              <a:t>Key Features</a:t>
            </a:r>
          </a:p>
        </p:txBody>
      </p:sp>
      <p:sp>
        <p:nvSpPr>
          <p:cNvPr id="3" name="Content Placeholder 2"/>
          <p:cNvSpPr>
            <a:spLocks noGrp="1"/>
          </p:cNvSpPr>
          <p:nvPr>
            <p:ph idx="1"/>
          </p:nvPr>
        </p:nvSpPr>
        <p:spPr>
          <a:xfrm>
            <a:off x="365759" y="1477797"/>
            <a:ext cx="8591427" cy="4952500"/>
          </a:xfrm>
        </p:spPr>
        <p:txBody>
          <a:bodyPr/>
          <a:lstStyle/>
          <a:p>
            <a:pPr marL="0" indent="0">
              <a:buNone/>
            </a:pPr>
            <a:r>
              <a:rPr b="1" dirty="0">
                <a:solidFill>
                  <a:schemeClr val="accent2">
                    <a:lumMod val="50000"/>
                  </a:schemeClr>
                </a:solidFill>
                <a:latin typeface="Times New Roman" panose="02020603050405020304" pitchFamily="18" charset="0"/>
                <a:cs typeface="Times New Roman" panose="02020603050405020304" pitchFamily="18" charset="0"/>
              </a:rPr>
              <a:t>Overview: </a:t>
            </a:r>
            <a:r>
              <a:rPr lang="en-IN" sz="1600" dirty="0">
                <a:solidFill>
                  <a:schemeClr val="accent2">
                    <a:lumMod val="50000"/>
                  </a:schemeClr>
                </a:solidFill>
                <a:latin typeface="Times New Roman" panose="02020603050405020304" pitchFamily="18" charset="0"/>
                <a:cs typeface="Times New Roman" panose="02020603050405020304" pitchFamily="18" charset="0"/>
              </a:rPr>
              <a:t>The system ingests raw inputs such as logs, spreadsheets, meeting notes, and database records, then uses an LLM-driven pipeline to transform them into polished, well-structured reports. Built-in templates and style guides ensure outputs remain consistent with organizational standards while drastically cutting drafting time.</a:t>
            </a:r>
          </a:p>
          <a:p>
            <a:pPr marL="0" indent="0">
              <a:buNone/>
            </a:pPr>
            <a:r>
              <a:rPr lang="en-US" sz="2000" b="1" dirty="0">
                <a:solidFill>
                  <a:srgbClr val="0D0D0D"/>
                </a:solidFill>
                <a:latin typeface="Times New Roman" panose="02020603050405020304" pitchFamily="18" charset="0"/>
                <a:cs typeface="Times New Roman" panose="02020603050405020304" pitchFamily="18" charset="0"/>
              </a:rPr>
              <a:t>Key Capabilities:</a:t>
            </a:r>
          </a:p>
          <a:p>
            <a:pPr marL="0" indent="0" algn="l">
              <a:buNone/>
            </a:pPr>
            <a:r>
              <a:rPr lang="en-US" b="0" i="0" dirty="0">
                <a:solidFill>
                  <a:schemeClr val="accent2">
                    <a:lumMod val="50000"/>
                  </a:schemeClr>
                </a:solidFill>
                <a:effectLst/>
                <a:latin typeface="Times New Roman" panose="02020603050405020304" pitchFamily="18" charset="0"/>
                <a:cs typeface="Times New Roman" panose="02020603050405020304" pitchFamily="18" charset="0"/>
              </a:rPr>
              <a:t>• Automatic section generation from raw data</a:t>
            </a:r>
          </a:p>
          <a:p>
            <a:pPr marL="0" indent="0" algn="l">
              <a:buNone/>
            </a:pPr>
            <a:r>
              <a:rPr lang="en-US" b="0" i="0" dirty="0">
                <a:solidFill>
                  <a:schemeClr val="accent2">
                    <a:lumMod val="50000"/>
                  </a:schemeClr>
                </a:solidFill>
                <a:effectLst/>
                <a:latin typeface="Times New Roman" panose="02020603050405020304" pitchFamily="18" charset="0"/>
                <a:cs typeface="Times New Roman" panose="02020603050405020304" pitchFamily="18" charset="0"/>
              </a:rPr>
              <a:t>• Citation &amp; source traceability for factual claims</a:t>
            </a:r>
          </a:p>
          <a:p>
            <a:pPr marL="0" indent="0" algn="l">
              <a:buNone/>
            </a:pPr>
            <a:r>
              <a:rPr lang="en-US" b="0" i="0" dirty="0">
                <a:solidFill>
                  <a:schemeClr val="accent2">
                    <a:lumMod val="50000"/>
                  </a:schemeClr>
                </a:solidFill>
                <a:effectLst/>
                <a:latin typeface="Times New Roman" panose="02020603050405020304" pitchFamily="18" charset="0"/>
                <a:cs typeface="Times New Roman" panose="02020603050405020304" pitchFamily="18" charset="0"/>
              </a:rPr>
              <a:t>• Configurable tone, length, and formatting style</a:t>
            </a:r>
            <a:endParaRPr dirty="0">
              <a:solidFill>
                <a:schemeClr val="accent2">
                  <a:lumMod val="50000"/>
                </a:schemeClr>
              </a:solidFill>
              <a:latin typeface="Times New Roman" panose="02020603050405020304" pitchFamily="18" charset="0"/>
              <a:cs typeface="Times New Roman" panose="02020603050405020304" pitchFamily="18" charset="0"/>
            </a:endParaRPr>
          </a:p>
          <a:p>
            <a:pPr>
              <a:buClr>
                <a:schemeClr val="accent2">
                  <a:lumMod val="50000"/>
                </a:schemeClr>
              </a:buClr>
              <a:buFont typeface="Arial" panose="020B0604020202020204" pitchFamily="34" charset="0"/>
              <a:buChar char="•"/>
            </a:pPr>
            <a:r>
              <a:rPr dirty="0">
                <a:solidFill>
                  <a:schemeClr val="accent2">
                    <a:lumMod val="50000"/>
                  </a:schemeClr>
                </a:solidFill>
                <a:latin typeface="Times New Roman" panose="02020603050405020304" pitchFamily="18" charset="0"/>
                <a:cs typeface="Times New Roman" panose="02020603050405020304" pitchFamily="18" charset="0"/>
              </a:rPr>
              <a:t>Built-in fact-checking against source data</a:t>
            </a:r>
          </a:p>
          <a:p>
            <a:pPr>
              <a:buClr>
                <a:schemeClr val="accent2">
                  <a:lumMod val="50000"/>
                </a:schemeClr>
              </a:buClr>
              <a:buFont typeface="Arial" panose="020B0604020202020204" pitchFamily="34" charset="0"/>
              <a:buChar char="•"/>
            </a:pPr>
            <a:r>
              <a:rPr dirty="0">
                <a:solidFill>
                  <a:schemeClr val="accent2">
                    <a:lumMod val="50000"/>
                  </a:schemeClr>
                </a:solidFill>
                <a:latin typeface="Times New Roman" panose="02020603050405020304" pitchFamily="18" charset="0"/>
                <a:cs typeface="Times New Roman" panose="02020603050405020304" pitchFamily="18" charset="0"/>
              </a:rPr>
              <a:t>Version control and audit trail for edits</a:t>
            </a:r>
          </a:p>
          <a:p>
            <a:pPr>
              <a:buClr>
                <a:schemeClr val="accent2">
                  <a:lumMod val="50000"/>
                </a:schemeClr>
              </a:buClr>
              <a:buFont typeface="Arial" panose="020B0604020202020204" pitchFamily="34" charset="0"/>
              <a:buChar char="•"/>
            </a:pPr>
            <a:r>
              <a:rPr dirty="0">
                <a:solidFill>
                  <a:schemeClr val="accent2">
                    <a:lumMod val="50000"/>
                  </a:schemeClr>
                </a:solidFill>
                <a:latin typeface="Times New Roman" panose="02020603050405020304" pitchFamily="18" charset="0"/>
                <a:cs typeface="Times New Roman" panose="02020603050405020304" pitchFamily="18" charset="0"/>
              </a:rPr>
              <a:t>Multi-language report generation</a:t>
            </a:r>
          </a:p>
          <a:p>
            <a:pPr>
              <a:buClr>
                <a:schemeClr val="accent2">
                  <a:lumMod val="50000"/>
                </a:schemeClr>
              </a:buClr>
              <a:buFont typeface="Arial" panose="020B0604020202020204" pitchFamily="34" charset="0"/>
              <a:buChar char="•"/>
            </a:pPr>
            <a:r>
              <a:rPr dirty="0">
                <a:solidFill>
                  <a:schemeClr val="accent2">
                    <a:lumMod val="50000"/>
                  </a:schemeClr>
                </a:solidFill>
                <a:latin typeface="Times New Roman" panose="02020603050405020304" pitchFamily="18" charset="0"/>
                <a:cs typeface="Times New Roman" panose="02020603050405020304" pitchFamily="18" charset="0"/>
              </a:rPr>
              <a:t>One-click export to PDF, Word, and HTML</a:t>
            </a:r>
          </a:p>
          <a:p>
            <a:pPr>
              <a:buClr>
                <a:schemeClr val="accent2">
                  <a:lumMod val="50000"/>
                </a:schemeClr>
              </a:buClr>
              <a:buFont typeface="Arial" panose="020B0604020202020204" pitchFamily="34" charset="0"/>
              <a:buChar char="•"/>
            </a:pPr>
            <a:r>
              <a:rPr dirty="0">
                <a:solidFill>
                  <a:schemeClr val="accent2">
                    <a:lumMod val="50000"/>
                  </a:schemeClr>
                </a:solidFill>
                <a:latin typeface="Times New Roman" panose="02020603050405020304" pitchFamily="18" charset="0"/>
                <a:cs typeface="Times New Roman" panose="02020603050405020304" pitchFamily="18" charset="0"/>
              </a:rPr>
              <a:t>Real-time collaborative editing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36448"/>
            <a:ext cx="7499350" cy="438582"/>
          </a:xfrm>
        </p:spPr>
        <p:txBody>
          <a:bodyPr/>
          <a:lstStyle/>
          <a:p>
            <a:r>
              <a:rPr dirty="0">
                <a:solidFill>
                  <a:schemeClr val="accent2">
                    <a:lumMod val="50000"/>
                  </a:schemeClr>
                </a:solidFill>
                <a:latin typeface="Times New Roman" panose="02020603050405020304" pitchFamily="18" charset="0"/>
                <a:cs typeface="Times New Roman" panose="02020603050405020304" pitchFamily="18" charset="0"/>
              </a:rPr>
              <a:t>Methodology &amp; Workflow</a:t>
            </a:r>
          </a:p>
        </p:txBody>
      </p:sp>
      <p:sp>
        <p:nvSpPr>
          <p:cNvPr id="3" name="Content Placeholder 2"/>
          <p:cNvSpPr>
            <a:spLocks noGrp="1"/>
          </p:cNvSpPr>
          <p:nvPr>
            <p:ph idx="1"/>
          </p:nvPr>
        </p:nvSpPr>
        <p:spPr>
          <a:xfrm>
            <a:off x="365759" y="1477797"/>
            <a:ext cx="8591427" cy="4952500"/>
          </a:xfrm>
        </p:spPr>
        <p:txBody>
          <a:bodyPr/>
          <a:lstStyle/>
          <a:p>
            <a:pPr marL="0" indent="0">
              <a:buNone/>
            </a:pPr>
            <a:r>
              <a:rPr b="1" dirty="0">
                <a:solidFill>
                  <a:schemeClr val="accent2">
                    <a:lumMod val="50000"/>
                  </a:schemeClr>
                </a:solidFill>
                <a:latin typeface="Times New Roman" panose="02020603050405020304" pitchFamily="18" charset="0"/>
                <a:cs typeface="Times New Roman" panose="02020603050405020304" pitchFamily="18" charset="0"/>
              </a:rPr>
              <a:t>Process: </a:t>
            </a:r>
            <a:r>
              <a:rPr lang="en-IN" sz="1600" dirty="0">
                <a:solidFill>
                  <a:schemeClr val="accent2">
                    <a:lumMod val="50000"/>
                  </a:schemeClr>
                </a:solidFill>
                <a:latin typeface="Times New Roman" panose="02020603050405020304" pitchFamily="18" charset="0"/>
                <a:cs typeface="Times New Roman" panose="02020603050405020304" pitchFamily="18" charset="0"/>
              </a:rPr>
              <a:t>The generation pipeline follows a structured sequence: collect and clean source data, retrieve relevant context using semantic search, generate a draft using a prompt-engineered LLM call, then route the draft through automated quality checks before final human approval and export.</a:t>
            </a:r>
          </a:p>
          <a:p>
            <a:pPr marL="0" indent="0">
              <a:buNone/>
            </a:pPr>
            <a:r>
              <a:rPr lang="en-US" sz="2000" b="1" dirty="0">
                <a:solidFill>
                  <a:srgbClr val="0D0D0D"/>
                </a:solidFill>
                <a:latin typeface="Times New Roman" panose="02020603050405020304" pitchFamily="18" charset="0"/>
                <a:cs typeface="Times New Roman" panose="02020603050405020304" pitchFamily="18" charset="0"/>
              </a:rPr>
              <a:t>Workflow Steps:</a:t>
            </a:r>
          </a:p>
          <a:p>
            <a:pPr marL="0" indent="0" algn="l">
              <a:buNone/>
            </a:pPr>
            <a:r>
              <a:rPr lang="en-US" b="0" i="0" dirty="0">
                <a:solidFill>
                  <a:schemeClr val="accent2">
                    <a:lumMod val="50000"/>
                  </a:schemeClr>
                </a:solidFill>
                <a:effectLst/>
                <a:latin typeface="Times New Roman" panose="02020603050405020304" pitchFamily="18" charset="0"/>
                <a:cs typeface="Times New Roman" panose="02020603050405020304" pitchFamily="18" charset="0"/>
              </a:rPr>
              <a:t>• Data ingestion &amp; preprocessing</a:t>
            </a:r>
          </a:p>
          <a:p>
            <a:pPr marL="0" indent="0" algn="l">
              <a:buNone/>
            </a:pPr>
            <a:r>
              <a:rPr lang="en-US" b="0" i="0" dirty="0">
                <a:solidFill>
                  <a:schemeClr val="accent2">
                    <a:lumMod val="50000"/>
                  </a:schemeClr>
                </a:solidFill>
                <a:effectLst/>
                <a:latin typeface="Times New Roman" panose="02020603050405020304" pitchFamily="18" charset="0"/>
                <a:cs typeface="Times New Roman" panose="02020603050405020304" pitchFamily="18" charset="0"/>
              </a:rPr>
              <a:t>• Context retrieval (RAG) from knowledge base</a:t>
            </a:r>
          </a:p>
          <a:p>
            <a:pPr marL="0" indent="0" algn="l">
              <a:buNone/>
            </a:pPr>
            <a:r>
              <a:rPr lang="en-US" b="0" i="0" dirty="0">
                <a:solidFill>
                  <a:schemeClr val="accent2">
                    <a:lumMod val="50000"/>
                  </a:schemeClr>
                </a:solidFill>
                <a:effectLst/>
                <a:latin typeface="Times New Roman" panose="02020603050405020304" pitchFamily="18" charset="0"/>
                <a:cs typeface="Times New Roman" panose="02020603050405020304" pitchFamily="18" charset="0"/>
              </a:rPr>
              <a:t>• Draft generation with prompt templates</a:t>
            </a:r>
            <a:endParaRPr dirty="0">
              <a:solidFill>
                <a:schemeClr val="accent2">
                  <a:lumMod val="50000"/>
                </a:schemeClr>
              </a:solidFill>
              <a:latin typeface="Times New Roman" panose="02020603050405020304" pitchFamily="18" charset="0"/>
              <a:cs typeface="Times New Roman" panose="02020603050405020304" pitchFamily="18" charset="0"/>
            </a:endParaRPr>
          </a:p>
          <a:p>
            <a:pPr>
              <a:buClr>
                <a:schemeClr val="accent2">
                  <a:lumMod val="50000"/>
                </a:schemeClr>
              </a:buClr>
              <a:buFont typeface="Arial" panose="020B0604020202020204" pitchFamily="34" charset="0"/>
              <a:buChar char="•"/>
            </a:pPr>
            <a:r>
              <a:rPr dirty="0">
                <a:solidFill>
                  <a:schemeClr val="accent2">
                    <a:lumMod val="50000"/>
                  </a:schemeClr>
                </a:solidFill>
                <a:latin typeface="Times New Roman" panose="02020603050405020304" pitchFamily="18" charset="0"/>
                <a:cs typeface="Times New Roman" panose="02020603050405020304" pitchFamily="18" charset="0"/>
              </a:rPr>
              <a:t>Automated fact and consistency checks</a:t>
            </a:r>
          </a:p>
          <a:p>
            <a:pPr>
              <a:buClr>
                <a:schemeClr val="accent2">
                  <a:lumMod val="50000"/>
                </a:schemeClr>
              </a:buClr>
              <a:buFont typeface="Arial" panose="020B0604020202020204" pitchFamily="34" charset="0"/>
              <a:buChar char="•"/>
            </a:pPr>
            <a:r>
              <a:rPr dirty="0">
                <a:solidFill>
                  <a:schemeClr val="accent2">
                    <a:lumMod val="50000"/>
                  </a:schemeClr>
                </a:solidFill>
                <a:latin typeface="Times New Roman" panose="02020603050405020304" pitchFamily="18" charset="0"/>
                <a:cs typeface="Times New Roman" panose="02020603050405020304" pitchFamily="18" charset="0"/>
              </a:rPr>
              <a:t>Human review and edit pass</a:t>
            </a:r>
          </a:p>
          <a:p>
            <a:pPr>
              <a:buClr>
                <a:schemeClr val="accent2">
                  <a:lumMod val="50000"/>
                </a:schemeClr>
              </a:buClr>
              <a:buFont typeface="Arial" panose="020B0604020202020204" pitchFamily="34" charset="0"/>
              <a:buChar char="•"/>
            </a:pPr>
            <a:r>
              <a:rPr dirty="0">
                <a:solidFill>
                  <a:schemeClr val="accent2">
                    <a:lumMod val="50000"/>
                  </a:schemeClr>
                </a:solidFill>
                <a:latin typeface="Times New Roman" panose="02020603050405020304" pitchFamily="18" charset="0"/>
                <a:cs typeface="Times New Roman" panose="02020603050405020304" pitchFamily="18" charset="0"/>
              </a:rPr>
              <a:t>Approval and version logging</a:t>
            </a:r>
          </a:p>
          <a:p>
            <a:pPr>
              <a:buClr>
                <a:schemeClr val="accent2">
                  <a:lumMod val="50000"/>
                </a:schemeClr>
              </a:buClr>
              <a:buFont typeface="Arial" panose="020B0604020202020204" pitchFamily="34" charset="0"/>
              <a:buChar char="•"/>
            </a:pPr>
            <a:r>
              <a:rPr dirty="0">
                <a:solidFill>
                  <a:schemeClr val="accent2">
                    <a:lumMod val="50000"/>
                  </a:schemeClr>
                </a:solidFill>
                <a:latin typeface="Times New Roman" panose="02020603050405020304" pitchFamily="18" charset="0"/>
                <a:cs typeface="Times New Roman" panose="02020603050405020304" pitchFamily="18" charset="0"/>
              </a:rPr>
              <a:t>Export in required document format</a:t>
            </a:r>
          </a:p>
          <a:p>
            <a:pPr>
              <a:buClr>
                <a:schemeClr val="accent2">
                  <a:lumMod val="50000"/>
                </a:schemeClr>
              </a:buClr>
              <a:buFont typeface="Arial" panose="020B0604020202020204" pitchFamily="34" charset="0"/>
              <a:buChar char="•"/>
            </a:pPr>
            <a:r>
              <a:rPr dirty="0">
                <a:solidFill>
                  <a:schemeClr val="accent2">
                    <a:lumMod val="50000"/>
                  </a:schemeClr>
                </a:solidFill>
                <a:latin typeface="Times New Roman" panose="02020603050405020304" pitchFamily="18" charset="0"/>
                <a:cs typeface="Times New Roman" panose="02020603050405020304" pitchFamily="18" charset="0"/>
              </a:rPr>
              <a:t>Feedback loop to improve future drafts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36448"/>
            <a:ext cx="7499350" cy="438582"/>
          </a:xfrm>
        </p:spPr>
        <p:txBody>
          <a:bodyPr/>
          <a:lstStyle/>
          <a:p>
            <a:r>
              <a:rPr dirty="0">
                <a:solidFill>
                  <a:schemeClr val="accent2">
                    <a:lumMod val="50000"/>
                  </a:schemeClr>
                </a:solidFill>
                <a:latin typeface="Times New Roman" panose="02020603050405020304" pitchFamily="18" charset="0"/>
                <a:cs typeface="Times New Roman" panose="02020603050405020304" pitchFamily="18" charset="0"/>
              </a:rPr>
              <a:t>Use Cases &amp; Applications</a:t>
            </a:r>
          </a:p>
        </p:txBody>
      </p:sp>
      <p:sp>
        <p:nvSpPr>
          <p:cNvPr id="3" name="Content Placeholder 2"/>
          <p:cNvSpPr>
            <a:spLocks noGrp="1"/>
          </p:cNvSpPr>
          <p:nvPr>
            <p:ph idx="1"/>
          </p:nvPr>
        </p:nvSpPr>
        <p:spPr>
          <a:xfrm>
            <a:off x="365759" y="1477797"/>
            <a:ext cx="8591427" cy="4952500"/>
          </a:xfrm>
        </p:spPr>
        <p:txBody>
          <a:bodyPr/>
          <a:lstStyle/>
          <a:p>
            <a:pPr marL="0" indent="0">
              <a:buNone/>
            </a:pPr>
            <a:r>
              <a:rPr b="1" dirty="0">
                <a:solidFill>
                  <a:schemeClr val="accent2">
                    <a:lumMod val="50000"/>
                  </a:schemeClr>
                </a:solidFill>
                <a:latin typeface="Times New Roman" panose="02020603050405020304" pitchFamily="18" charset="0"/>
                <a:cs typeface="Times New Roman" panose="02020603050405020304" pitchFamily="18" charset="0"/>
              </a:rPr>
              <a:t>Application Areas: </a:t>
            </a:r>
            <a:r>
              <a:rPr lang="en-IN" sz="1600" dirty="0">
                <a:solidFill>
                  <a:schemeClr val="accent2">
                    <a:lumMod val="50000"/>
                  </a:schemeClr>
                </a:solidFill>
                <a:latin typeface="Times New Roman" panose="02020603050405020304" pitchFamily="18" charset="0"/>
                <a:cs typeface="Times New Roman" panose="02020603050405020304" pitchFamily="18" charset="0"/>
              </a:rPr>
              <a:t>Generative AI report systems are applicable across industries wherever structured documentation is required regularly. From financial summaries to compliance audits, the same core pipeline adapts to different data sources, templates, and regulatory needs with minimal reconfiguration.</a:t>
            </a:r>
          </a:p>
          <a:p>
            <a:pPr marL="0" indent="0">
              <a:buNone/>
            </a:pPr>
            <a:r>
              <a:rPr lang="en-US" sz="2000" b="1" dirty="0">
                <a:solidFill>
                  <a:srgbClr val="0D0D0D"/>
                </a:solidFill>
                <a:latin typeface="Times New Roman" panose="02020603050405020304" pitchFamily="18" charset="0"/>
                <a:cs typeface="Times New Roman" panose="02020603050405020304" pitchFamily="18" charset="0"/>
              </a:rPr>
              <a:t>Example Use Cases:</a:t>
            </a:r>
          </a:p>
          <a:p>
            <a:pPr marL="0" indent="0" algn="l">
              <a:buNone/>
            </a:pPr>
            <a:r>
              <a:rPr lang="en-US" b="0" i="0" dirty="0">
                <a:solidFill>
                  <a:schemeClr val="accent2">
                    <a:lumMod val="50000"/>
                  </a:schemeClr>
                </a:solidFill>
                <a:effectLst/>
                <a:latin typeface="Times New Roman" panose="02020603050405020304" pitchFamily="18" charset="0"/>
                <a:cs typeface="Times New Roman" panose="02020603050405020304" pitchFamily="18" charset="0"/>
              </a:rPr>
              <a:t>• Quarterly business &amp; financial reports</a:t>
            </a:r>
          </a:p>
          <a:p>
            <a:pPr marL="0" indent="0" algn="l">
              <a:buNone/>
            </a:pPr>
            <a:r>
              <a:rPr lang="en-US" b="0" i="0" dirty="0">
                <a:solidFill>
                  <a:schemeClr val="accent2">
                    <a:lumMod val="50000"/>
                  </a:schemeClr>
                </a:solidFill>
                <a:effectLst/>
                <a:latin typeface="Times New Roman" panose="02020603050405020304" pitchFamily="18" charset="0"/>
                <a:cs typeface="Times New Roman" panose="02020603050405020304" pitchFamily="18" charset="0"/>
              </a:rPr>
              <a:t>• Regulatory &amp; compliance documentation</a:t>
            </a:r>
          </a:p>
          <a:p>
            <a:pPr marL="0" indent="0" algn="l">
              <a:buNone/>
            </a:pPr>
            <a:r>
              <a:rPr lang="en-US" b="0" i="0" dirty="0">
                <a:solidFill>
                  <a:schemeClr val="accent2">
                    <a:lumMod val="50000"/>
                  </a:schemeClr>
                </a:solidFill>
                <a:effectLst/>
                <a:latin typeface="Times New Roman" panose="02020603050405020304" pitchFamily="18" charset="0"/>
                <a:cs typeface="Times New Roman" panose="02020603050405020304" pitchFamily="18" charset="0"/>
              </a:rPr>
              <a:t>• Technical specs &amp; API documentation</a:t>
            </a:r>
            <a:endParaRPr dirty="0">
              <a:solidFill>
                <a:schemeClr val="accent2">
                  <a:lumMod val="50000"/>
                </a:schemeClr>
              </a:solidFill>
              <a:latin typeface="Times New Roman" panose="02020603050405020304" pitchFamily="18" charset="0"/>
              <a:cs typeface="Times New Roman" panose="02020603050405020304" pitchFamily="18" charset="0"/>
            </a:endParaRPr>
          </a:p>
          <a:p>
            <a:pPr>
              <a:buClr>
                <a:schemeClr val="accent2">
                  <a:lumMod val="50000"/>
                </a:schemeClr>
              </a:buClr>
              <a:buFont typeface="Arial" panose="020B0604020202020204" pitchFamily="34" charset="0"/>
              <a:buChar char="•"/>
            </a:pPr>
            <a:r>
              <a:rPr dirty="0">
                <a:solidFill>
                  <a:schemeClr val="accent2">
                    <a:lumMod val="50000"/>
                  </a:schemeClr>
                </a:solidFill>
                <a:latin typeface="Times New Roman" panose="02020603050405020304" pitchFamily="18" charset="0"/>
                <a:cs typeface="Times New Roman" panose="02020603050405020304" pitchFamily="18" charset="0"/>
              </a:rPr>
              <a:t>Medical and clinical report summaries</a:t>
            </a:r>
          </a:p>
          <a:p>
            <a:pPr>
              <a:buClr>
                <a:schemeClr val="accent2">
                  <a:lumMod val="50000"/>
                </a:schemeClr>
              </a:buClr>
              <a:buFont typeface="Arial" panose="020B0604020202020204" pitchFamily="34" charset="0"/>
              <a:buChar char="•"/>
            </a:pPr>
            <a:r>
              <a:rPr dirty="0">
                <a:solidFill>
                  <a:schemeClr val="accent2">
                    <a:lumMod val="50000"/>
                  </a:schemeClr>
                </a:solidFill>
                <a:latin typeface="Times New Roman" panose="02020603050405020304" pitchFamily="18" charset="0"/>
                <a:cs typeface="Times New Roman" panose="02020603050405020304" pitchFamily="18" charset="0"/>
              </a:rPr>
              <a:t>Research paper and literature summaries</a:t>
            </a:r>
          </a:p>
          <a:p>
            <a:pPr>
              <a:buClr>
                <a:schemeClr val="accent2">
                  <a:lumMod val="50000"/>
                </a:schemeClr>
              </a:buClr>
              <a:buFont typeface="Arial" panose="020B0604020202020204" pitchFamily="34" charset="0"/>
              <a:buChar char="•"/>
            </a:pPr>
            <a:r>
              <a:rPr dirty="0">
                <a:solidFill>
                  <a:schemeClr val="accent2">
                    <a:lumMod val="50000"/>
                  </a:schemeClr>
                </a:solidFill>
                <a:latin typeface="Times New Roman" panose="02020603050405020304" pitchFamily="18" charset="0"/>
                <a:cs typeface="Times New Roman" panose="02020603050405020304" pitchFamily="18" charset="0"/>
              </a:rPr>
              <a:t>Incident and audit reports</a:t>
            </a:r>
          </a:p>
          <a:p>
            <a:pPr>
              <a:buClr>
                <a:schemeClr val="accent2">
                  <a:lumMod val="50000"/>
                </a:schemeClr>
              </a:buClr>
              <a:buFont typeface="Arial" panose="020B0604020202020204" pitchFamily="34" charset="0"/>
              <a:buChar char="•"/>
            </a:pPr>
            <a:r>
              <a:rPr dirty="0">
                <a:solidFill>
                  <a:schemeClr val="accent2">
                    <a:lumMod val="50000"/>
                  </a:schemeClr>
                </a:solidFill>
                <a:latin typeface="Times New Roman" panose="02020603050405020304" pitchFamily="18" charset="0"/>
                <a:cs typeface="Times New Roman" panose="02020603050405020304" pitchFamily="18" charset="0"/>
              </a:rPr>
              <a:t>Customer support knowledge base articles</a:t>
            </a:r>
          </a:p>
          <a:p>
            <a:pPr>
              <a:buClr>
                <a:schemeClr val="accent2">
                  <a:lumMod val="50000"/>
                </a:schemeClr>
              </a:buClr>
              <a:buFont typeface="Arial" panose="020B0604020202020204" pitchFamily="34" charset="0"/>
              <a:buChar char="•"/>
            </a:pPr>
            <a:r>
              <a:rPr dirty="0">
                <a:solidFill>
                  <a:schemeClr val="accent2">
                    <a:lumMod val="50000"/>
                  </a:schemeClr>
                </a:solidFill>
                <a:latin typeface="Times New Roman" panose="02020603050405020304" pitchFamily="18" charset="0"/>
                <a:cs typeface="Times New Roman" panose="02020603050405020304" pitchFamily="18" charset="0"/>
              </a:rPr>
              <a:t>Legal document drafting assistance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6638" y="844633"/>
            <a:ext cx="7072312" cy="503984"/>
          </a:xfrm>
        </p:spPr>
        <p:txBody>
          <a:bodyPr/>
          <a:lstStyle/>
          <a:p>
            <a:r>
              <a:rPr sz="3500" dirty="0">
                <a:solidFill>
                  <a:schemeClr val="accent2">
                    <a:lumMod val="50000"/>
                  </a:schemeClr>
                </a:solidFill>
                <a:latin typeface="Times New Roman" panose="02020603050405020304" pitchFamily="18" charset="0"/>
                <a:cs typeface="Times New Roman" panose="02020603050405020304" pitchFamily="18" charset="0"/>
              </a:rPr>
              <a:t>Benefits &amp; Outcomes</a:t>
            </a:r>
          </a:p>
        </p:txBody>
      </p:sp>
      <p:sp>
        <p:nvSpPr>
          <p:cNvPr id="3" name="Content Placeholder 2"/>
          <p:cNvSpPr>
            <a:spLocks noGrp="1"/>
          </p:cNvSpPr>
          <p:nvPr>
            <p:ph idx="1"/>
          </p:nvPr>
        </p:nvSpPr>
        <p:spPr>
          <a:xfrm>
            <a:off x="414528" y="1477797"/>
            <a:ext cx="7694422" cy="4228060"/>
          </a:xfrm>
        </p:spPr>
        <p:txBody>
          <a:bodyPr/>
          <a:lstStyle/>
          <a:p>
            <a:pPr marL="0" indent="0" algn="l">
              <a:buNone/>
            </a:pPr>
            <a:r>
              <a:rPr lang="en-US" b="1" i="0" dirty="0">
                <a:solidFill>
                  <a:srgbClr val="0D0D0D"/>
                </a:solidFill>
                <a:effectLst/>
                <a:latin typeface="-apple-system-body"/>
              </a:rPr>
              <a:t>Measured Impact</a:t>
            </a:r>
          </a:p>
          <a:p>
            <a:pPr marL="0" indent="0" algn="l">
              <a:buNone/>
            </a:pPr>
            <a:r>
              <a:rPr lang="en-US" b="0" i="0" dirty="0">
                <a:solidFill>
                  <a:srgbClr val="0D0D0D"/>
                </a:solidFill>
                <a:effectLst/>
                <a:latin typeface="-apple-system-body"/>
              </a:rPr>
              <a:t>• Up to 70% reduction in report drafting time</a:t>
            </a:r>
          </a:p>
          <a:p>
            <a:pPr marL="0" indent="0" algn="l">
              <a:buNone/>
            </a:pPr>
            <a:r>
              <a:rPr lang="en-US" b="0" i="0" dirty="0">
                <a:solidFill>
                  <a:srgbClr val="0D0D0D"/>
                </a:solidFill>
                <a:effectLst/>
                <a:latin typeface="-apple-system-body"/>
              </a:rPr>
              <a:t>• Improved consistency across documents and teams</a:t>
            </a:r>
          </a:p>
          <a:p>
            <a:pPr marL="0" indent="0" algn="l">
              <a:buNone/>
            </a:pPr>
            <a:r>
              <a:rPr lang="en-US" b="0" i="0" dirty="0">
                <a:solidFill>
                  <a:srgbClr val="0D0D0D"/>
                </a:solidFill>
                <a:effectLst/>
                <a:latin typeface="-apple-system-body"/>
              </a:rPr>
              <a:t>• Faster turnaround on compliance and audit reports</a:t>
            </a:r>
          </a:p>
          <a:p>
            <a:pPr marL="0" indent="0" algn="l">
              <a:buNone/>
            </a:pPr>
            <a:r>
              <a:rPr lang="en-US" b="0" i="0" dirty="0">
                <a:solidFill>
                  <a:srgbClr val="0D0D0D"/>
                </a:solidFill>
                <a:effectLst/>
                <a:latin typeface="-apple-system-body"/>
              </a:rPr>
              <a:t>• Reduced manual errors via automated fact-checking</a:t>
            </a:r>
          </a:p>
          <a:p>
            <a:pPr marL="0" indent="0" algn="l">
              <a:buNone/>
            </a:pPr>
            <a:r>
              <a:rPr lang="en-US" b="0" i="0" dirty="0">
                <a:solidFill>
                  <a:srgbClr val="0D0D0D"/>
                </a:solidFill>
                <a:effectLst/>
                <a:latin typeface="-apple-system-body"/>
              </a:rPr>
              <a:t>• Scalable to high-volume reporting workloads</a:t>
            </a:r>
          </a:p>
          <a:p>
            <a:pPr marL="0" indent="0" algn="l">
              <a:buNone/>
            </a:pPr>
            <a:r>
              <a:rPr lang="en-US" b="0" i="0" dirty="0">
                <a:solidFill>
                  <a:srgbClr val="0D0D0D"/>
                </a:solidFill>
                <a:effectLst/>
                <a:latin typeface="-apple-system-body"/>
              </a:rPr>
              <a:t>• Frees experts to focus on analysis, not formatting</a:t>
            </a:r>
          </a:p>
          <a:p>
            <a:pPr marL="0" indent="0" algn="l">
              <a:buNone/>
            </a:pPr>
            <a:r>
              <a:rPr lang="en-US" b="0" i="0" dirty="0">
                <a:solidFill>
                  <a:srgbClr val="0D0D0D"/>
                </a:solidFill>
                <a:effectLst/>
                <a:latin typeface="-apple-system-body"/>
              </a:rPr>
              <a:t>• Easier knowledge retention and searchability</a:t>
            </a:r>
          </a:p>
          <a:p>
            <a:pPr marL="0" indent="0">
              <a:buNone/>
            </a:pP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6638" y="844633"/>
            <a:ext cx="7072312" cy="503984"/>
          </a:xfrm>
        </p:spPr>
        <p:txBody>
          <a:bodyPr/>
          <a:lstStyle/>
          <a:p>
            <a:r>
              <a:rPr sz="3500" dirty="0">
                <a:solidFill>
                  <a:schemeClr val="accent2">
                    <a:lumMod val="50000"/>
                  </a:schemeClr>
                </a:solidFill>
                <a:latin typeface="Times New Roman" panose="02020603050405020304" pitchFamily="18" charset="0"/>
                <a:cs typeface="Times New Roman" panose="02020603050405020304" pitchFamily="18" charset="0"/>
              </a:rPr>
              <a:t>Challenges &amp; Future Scope</a:t>
            </a:r>
          </a:p>
        </p:txBody>
      </p:sp>
      <p:sp>
        <p:nvSpPr>
          <p:cNvPr id="3" name="Content Placeholder 2"/>
          <p:cNvSpPr>
            <a:spLocks noGrp="1"/>
          </p:cNvSpPr>
          <p:nvPr>
            <p:ph idx="1"/>
          </p:nvPr>
        </p:nvSpPr>
        <p:spPr>
          <a:xfrm>
            <a:off x="573342" y="1880133"/>
            <a:ext cx="7072312" cy="4228060"/>
          </a:xfrm>
        </p:spPr>
        <p:txBody>
          <a:bodyPr/>
          <a:lstStyle/>
          <a:p>
            <a:pPr>
              <a:buClr>
                <a:schemeClr val="accent2">
                  <a:lumMod val="50000"/>
                </a:schemeClr>
              </a:buClr>
            </a:pPr>
            <a:r>
              <a:rPr sz="1800" dirty="0">
                <a:solidFill>
                  <a:schemeClr val="accent2">
                    <a:lumMod val="50000"/>
                  </a:schemeClr>
                </a:solidFill>
                <a:latin typeface="Times New Roman" panose="02020603050405020304" pitchFamily="18" charset="0"/>
                <a:cs typeface="Times New Roman" panose="02020603050405020304" pitchFamily="18" charset="0"/>
              </a:rPr>
              <a:t>Hallucination risk in generated content</a:t>
            </a:r>
          </a:p>
          <a:p>
            <a:pPr>
              <a:buClr>
                <a:schemeClr val="accent2">
                  <a:lumMod val="50000"/>
                </a:schemeClr>
              </a:buClr>
            </a:pPr>
            <a:r>
              <a:rPr sz="1800" dirty="0">
                <a:solidFill>
                  <a:schemeClr val="accent2">
                    <a:lumMod val="50000"/>
                  </a:schemeClr>
                </a:solidFill>
                <a:latin typeface="Times New Roman" panose="02020603050405020304" pitchFamily="18" charset="0"/>
                <a:cs typeface="Times New Roman" panose="02020603050405020304" pitchFamily="18" charset="0"/>
              </a:rPr>
              <a:t>Data privacy and security of sensitive documents</a:t>
            </a:r>
          </a:p>
          <a:p>
            <a:pPr>
              <a:buClr>
                <a:schemeClr val="accent2">
                  <a:lumMod val="50000"/>
                </a:schemeClr>
              </a:buClr>
            </a:pPr>
            <a:r>
              <a:rPr sz="1800" dirty="0">
                <a:solidFill>
                  <a:schemeClr val="accent2">
                    <a:lumMod val="50000"/>
                  </a:schemeClr>
                </a:solidFill>
                <a:latin typeface="Times New Roman" panose="02020603050405020304" pitchFamily="18" charset="0"/>
                <a:cs typeface="Times New Roman" panose="02020603050405020304" pitchFamily="18" charset="0"/>
              </a:rPr>
              <a:t>Domain-specific accuracy and terminology</a:t>
            </a:r>
          </a:p>
          <a:p>
            <a:pPr>
              <a:buClr>
                <a:schemeClr val="accent2">
                  <a:lumMod val="50000"/>
                </a:schemeClr>
              </a:buClr>
            </a:pPr>
            <a:r>
              <a:rPr sz="1800" dirty="0">
                <a:solidFill>
                  <a:schemeClr val="accent2">
                    <a:lumMod val="50000"/>
                  </a:schemeClr>
                </a:solidFill>
                <a:latin typeface="Times New Roman" panose="02020603050405020304" pitchFamily="18" charset="0"/>
                <a:cs typeface="Times New Roman" panose="02020603050405020304" pitchFamily="18" charset="0"/>
              </a:rPr>
              <a:t>Integration with existing enterprise systems</a:t>
            </a:r>
          </a:p>
          <a:p>
            <a:pPr>
              <a:buClr>
                <a:schemeClr val="accent2">
                  <a:lumMod val="50000"/>
                </a:schemeClr>
              </a:buClr>
            </a:pPr>
            <a:r>
              <a:rPr sz="1800" dirty="0">
                <a:solidFill>
                  <a:schemeClr val="accent2">
                    <a:lumMod val="50000"/>
                  </a:schemeClr>
                </a:solidFill>
                <a:latin typeface="Times New Roman" panose="02020603050405020304" pitchFamily="18" charset="0"/>
                <a:cs typeface="Times New Roman" panose="02020603050405020304" pitchFamily="18" charset="0"/>
              </a:rPr>
              <a:t>Future: multi-modal reports with charts and visuals</a:t>
            </a:r>
          </a:p>
          <a:p>
            <a:pPr>
              <a:buClr>
                <a:schemeClr val="accent2">
                  <a:lumMod val="50000"/>
                </a:schemeClr>
              </a:buClr>
            </a:pPr>
            <a:r>
              <a:rPr sz="1800" dirty="0">
                <a:solidFill>
                  <a:schemeClr val="accent2">
                    <a:lumMod val="50000"/>
                  </a:schemeClr>
                </a:solidFill>
                <a:latin typeface="Times New Roman" panose="02020603050405020304" pitchFamily="18" charset="0"/>
                <a:cs typeface="Times New Roman" panose="02020603050405020304" pitchFamily="18" charset="0"/>
              </a:rPr>
              <a:t>Future: domain-specific fine-tuned models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6638" y="844633"/>
            <a:ext cx="7072312" cy="503984"/>
          </a:xfrm>
        </p:spPr>
        <p:txBody>
          <a:bodyPr/>
          <a:lstStyle/>
          <a:p>
            <a:r>
              <a:rPr sz="3500" dirty="0">
                <a:solidFill>
                  <a:schemeClr val="accent2">
                    <a:lumMod val="50000"/>
                  </a:schemeClr>
                </a:solidFill>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a:xfrm>
            <a:off x="463296" y="1477797"/>
            <a:ext cx="7645654" cy="4228060"/>
          </a:xfrm>
        </p:spPr>
        <p:txBody>
          <a:bodyPr/>
          <a:lstStyle/>
          <a:p>
            <a:pPr marL="0" indent="0" algn="l">
              <a:buNone/>
            </a:pPr>
            <a:r>
              <a:rPr lang="en-US" b="0" i="0" dirty="0">
                <a:solidFill>
                  <a:schemeClr val="accent2">
                    <a:lumMod val="50000"/>
                  </a:schemeClr>
                </a:solidFill>
                <a:effectLst/>
                <a:latin typeface="Times New Roman" panose="02020603050405020304" pitchFamily="18" charset="0"/>
                <a:cs typeface="Times New Roman" panose="02020603050405020304" pitchFamily="18" charset="0"/>
              </a:rPr>
              <a:t>Generative AI systems are transforming how organizations create reports and documentation, replacing slow manual drafting with fast, consistent, and traceable automated pipelines.</a:t>
            </a:r>
          </a:p>
          <a:p>
            <a:pPr marL="0" indent="0" algn="just">
              <a:buNone/>
            </a:pPr>
            <a:r>
              <a:rPr lang="en-US" dirty="0">
                <a:solidFill>
                  <a:schemeClr val="accent2">
                    <a:lumMod val="50000"/>
                  </a:schemeClr>
                </a:solidFill>
                <a:latin typeface="Times New Roman" panose="02020603050405020304" pitchFamily="18" charset="0"/>
                <a:cs typeface="Times New Roman" panose="02020603050405020304" pitchFamily="18" charset="0"/>
              </a:rPr>
              <a:t>By combining large language models, retrieval-augmented generation, and human-in-the-loop review, these systems significantly reduce turnaround time while maintaining accuracy and compliance. As LLMs continue to improve, generative AI-driven documentation will become a standard part of enterprise reporting workflows, freeing experts to focus on higher-value analysis and decision-making.</a:t>
            </a:r>
            <a:endParaRPr lang="en-US" b="0" i="0" dirty="0">
              <a:solidFill>
                <a:schemeClr val="accent2">
                  <a:lumMod val="50000"/>
                </a:schemeClr>
              </a:solidFill>
              <a:effectLst/>
              <a:latin typeface="Times New Roman" panose="02020603050405020304" pitchFamily="18" charset="0"/>
              <a:cs typeface="Times New Roman" panose="02020603050405020304" pitchFamily="18" charset="0"/>
            </a:endParaRPr>
          </a:p>
          <a:p>
            <a:pPr marL="0" indent="0">
              <a:buNone/>
            </a:pP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BC040-7F21-3A30-63E4-A0B113AF3AA7}"/>
              </a:ext>
            </a:extLst>
          </p:cNvPr>
          <p:cNvSpPr>
            <a:spLocks noGrp="1"/>
          </p:cNvSpPr>
          <p:nvPr>
            <p:ph type="ctrTitle"/>
          </p:nvPr>
        </p:nvSpPr>
        <p:spPr/>
        <p:txBody>
          <a:bodyPr/>
          <a:lstStyle/>
          <a:p>
            <a:pPr algn="ctr"/>
            <a:r>
              <a:rPr lang="en-IN" dirty="0"/>
              <a:t>THANK YOU</a:t>
            </a:r>
          </a:p>
        </p:txBody>
      </p:sp>
    </p:spTree>
    <p:extLst>
      <p:ext uri="{BB962C8B-B14F-4D97-AF65-F5344CB8AC3E}">
        <p14:creationId xmlns:p14="http://schemas.microsoft.com/office/powerpoint/2010/main" val="3071472013"/>
      </p:ext>
    </p:extLst>
  </p:cSld>
  <p:clrMapOvr>
    <a:masterClrMapping/>
  </p:clrMapOvr>
  <p:transition>
    <p:fade/>
  </p:transition>
</p:sld>
</file>

<file path=ppt/theme/theme1.xml><?xml version="1.0" encoding="utf-8"?>
<a:theme xmlns:a="http://schemas.openxmlformats.org/drawingml/2006/main" name="MC Powerpoint Template">
  <a:themeElements>
    <a:clrScheme name="Custom 1">
      <a:dk1>
        <a:srgbClr val="005094"/>
      </a:dk1>
      <a:lt1>
        <a:srgbClr val="FFFFFF"/>
      </a:lt1>
      <a:dk2>
        <a:srgbClr val="FFFFFF"/>
      </a:dk2>
      <a:lt2>
        <a:srgbClr val="FFFFFF"/>
      </a:lt2>
      <a:accent1>
        <a:srgbClr val="005094"/>
      </a:accent1>
      <a:accent2>
        <a:srgbClr val="525252"/>
      </a:accent2>
      <a:accent3>
        <a:srgbClr val="525252"/>
      </a:accent3>
      <a:accent4>
        <a:srgbClr val="005094"/>
      </a:accent4>
      <a:accent5>
        <a:srgbClr val="525252"/>
      </a:accent5>
      <a:accent6>
        <a:srgbClr val="005094"/>
      </a:accent6>
      <a:hlink>
        <a:srgbClr val="525252"/>
      </a:hlink>
      <a:folHlink>
        <a:srgbClr val="005094"/>
      </a:folHlink>
    </a:clrScheme>
    <a:fontScheme name="Montgomery College Fo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51237F"/>
        </a:solidFill>
        <a:ln w="19050" algn="ctr">
          <a:noFill/>
          <a:miter lim="800000"/>
          <a:headEnd/>
          <a:tailEnd/>
        </a:ln>
      </a:spPr>
      <a:bodyPr wrap="none" rtlCol="0" anchor="ctr"/>
      <a:lstStyle>
        <a:defPPr algn="ctr">
          <a:lnSpc>
            <a:spcPct val="90000"/>
          </a:lnSpc>
          <a:defRPr sz="1600" b="1" dirty="0" err="1" smtClean="0">
            <a:solidFill>
              <a:schemeClr val="bg1"/>
            </a:solidFill>
            <a:latin typeface="+mj-lt"/>
          </a:defRPr>
        </a:defPPr>
      </a:lstStyle>
    </a:spDef>
    <a:lnDef>
      <a:spPr>
        <a:ln w="28575">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auto">
        <a:noFill/>
        <a:ln w="19050" algn="ctr">
          <a:noFill/>
          <a:miter lim="800000"/>
          <a:headEnd/>
          <a:tailEnd/>
        </a:ln>
      </a:spPr>
      <a:bodyPr wrap="square" lIns="0" tIns="0" rIns="0" bIns="0" rtlCol="0">
        <a:spAutoFit/>
      </a:bodyPr>
      <a:lstStyle>
        <a:defPPr>
          <a:defRPr sz="2000" dirty="0" err="1" smtClean="0"/>
        </a:defPPr>
      </a:lstStyle>
    </a:txDef>
  </a:objectDefaults>
  <a:extraClrSchemeLst/>
</a:theme>
</file>

<file path=docProps/app.xml><?xml version="1.0" encoding="utf-8"?>
<Properties xmlns="http://schemas.openxmlformats.org/officeDocument/2006/extended-properties" xmlns:vt="http://schemas.openxmlformats.org/officeDocument/2006/docPropsVTypes">
  <Template>IARE_PowerpointTemplate_WidescreenHD2 (3)</Template>
  <TotalTime>108</TotalTime>
  <Words>945</Words>
  <Application>Microsoft Office PowerPoint</Application>
  <PresentationFormat>On-screen Show (4:3)</PresentationFormat>
  <Paragraphs>107</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-apple-system-body</vt:lpstr>
      <vt:lpstr>Arial</vt:lpstr>
      <vt:lpstr>Times New Roman</vt:lpstr>
      <vt:lpstr>Wingdings</vt:lpstr>
      <vt:lpstr>MC Powerpoint Template</vt:lpstr>
      <vt:lpstr>PowerPoint Presentation</vt:lpstr>
      <vt:lpstr>Project Overview</vt:lpstr>
      <vt:lpstr>Objectives</vt:lpstr>
      <vt:lpstr>Problem Statement &amp; Objective</vt:lpstr>
      <vt:lpstr>Core Technologies &amp; Approach</vt:lpstr>
      <vt:lpstr>System Architecture</vt:lpstr>
      <vt:lpstr>Key Features</vt:lpstr>
      <vt:lpstr>Methodology &amp; Workflow</vt:lpstr>
      <vt:lpstr>Use Cases &amp; Applications</vt:lpstr>
      <vt:lpstr>Benefits &amp; Outcomes</vt:lpstr>
      <vt:lpstr>Challenges &amp; Future Scope</vt:lpstr>
      <vt:lpstr>Conclusion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ramavath rahul</cp:lastModifiedBy>
  <cp:revision>8</cp:revision>
  <dcterms:created xsi:type="dcterms:W3CDTF">2013-01-27T09:14:16Z</dcterms:created>
  <dcterms:modified xsi:type="dcterms:W3CDTF">2026-06-30T11:50:29Z</dcterms:modified>
  <cp:category/>
</cp:coreProperties>
</file>